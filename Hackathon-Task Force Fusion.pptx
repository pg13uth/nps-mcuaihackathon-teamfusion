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0" r:id="rId5"/>
  </p:sldMasterIdLst>
  <p:notesMasterIdLst>
    <p:notesMasterId r:id="rId11"/>
  </p:notesMasterIdLst>
  <p:handoutMasterIdLst>
    <p:handoutMasterId r:id="rId12"/>
  </p:handoutMasterIdLst>
  <p:sldIdLst>
    <p:sldId id="386" r:id="rId6"/>
    <p:sldId id="388" r:id="rId7"/>
    <p:sldId id="381" r:id="rId8"/>
    <p:sldId id="389" r:id="rId9"/>
    <p:sldId id="387" r:id="rId1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mez CIV Debra R" initials="GCDR" lastIdx="1" clrIdx="0">
    <p:extLst>
      <p:ext uri="{19B8F6BF-5375-455C-9EA6-DF929625EA0E}">
        <p15:presenceInfo xmlns:p15="http://schemas.microsoft.com/office/powerpoint/2012/main" userId="S-1-5-21-2103720589-201469717-587693536-1115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8000"/>
    <a:srgbClr val="FFFF00"/>
    <a:srgbClr val="6873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03EE2-E6CE-4E2E-B5FA-9EA5E7F342CE}" v="68" dt="2026-09-17T15:20:25.5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02" autoAdjust="0"/>
  </p:normalViewPr>
  <p:slideViewPr>
    <p:cSldViewPr snapToGrid="0">
      <p:cViewPr varScale="1">
        <p:scale>
          <a:sx n="60" d="100"/>
          <a:sy n="60" d="100"/>
        </p:scale>
        <p:origin x="884" y="4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thrie, Pierce C Maj USMC MANDR AFFAIRS (USA)" userId="be479515-51e0-446a-9ffe-2a9e5f97586d" providerId="ADAL" clId="{62893F33-2028-43CB-A91B-5F905CABC2D7}"/>
    <pc:docChg chg="undo custSel addSld delSld modSld sldOrd addMainMaster modMainMaster modNotesMaster modHandout">
      <pc:chgData name="Guthrie, Pierce C Maj USMC MANDR AFFAIRS (USA)" userId="be479515-51e0-446a-9ffe-2a9e5f97586d" providerId="ADAL" clId="{62893F33-2028-43CB-A91B-5F905CABC2D7}" dt="2026-09-17T15:21:02.752" v="3222" actId="478"/>
      <pc:docMkLst>
        <pc:docMk/>
      </pc:docMkLst>
      <pc:sldChg chg="del mod modShow">
        <pc:chgData name="Guthrie, Pierce C Maj USMC MANDR AFFAIRS (USA)" userId="be479515-51e0-446a-9ffe-2a9e5f97586d" providerId="ADAL" clId="{62893F33-2028-43CB-A91B-5F905CABC2D7}" dt="2026-09-17T13:17:53.602" v="117" actId="2696"/>
        <pc:sldMkLst>
          <pc:docMk/>
          <pc:sldMk cId="2480328710" sldId="380"/>
        </pc:sldMkLst>
      </pc:sldChg>
      <pc:sldChg chg="delSp modSp mod">
        <pc:chgData name="Guthrie, Pierce C Maj USMC MANDR AFFAIRS (USA)" userId="be479515-51e0-446a-9ffe-2a9e5f97586d" providerId="ADAL" clId="{62893F33-2028-43CB-A91B-5F905CABC2D7}" dt="2026-09-17T15:11:09.761" v="3096" actId="20577"/>
        <pc:sldMkLst>
          <pc:docMk/>
          <pc:sldMk cId="1439042897" sldId="381"/>
        </pc:sldMkLst>
        <pc:spChg chg="mod">
          <ac:chgData name="Guthrie, Pierce C Maj USMC MANDR AFFAIRS (USA)" userId="be479515-51e0-446a-9ffe-2a9e5f97586d" providerId="ADAL" clId="{62893F33-2028-43CB-A91B-5F905CABC2D7}" dt="2026-09-17T13:41:21.944" v="779" actId="2711"/>
          <ac:spMkLst>
            <pc:docMk/>
            <pc:sldMk cId="1439042897" sldId="381"/>
            <ac:spMk id="2" creationId="{E1DD70DC-BCEA-7C77-B6DE-B2F738C6CDAE}"/>
          </ac:spMkLst>
        </pc:spChg>
        <pc:spChg chg="del">
          <ac:chgData name="Guthrie, Pierce C Maj USMC MANDR AFFAIRS (USA)" userId="be479515-51e0-446a-9ffe-2a9e5f97586d" providerId="ADAL" clId="{62893F33-2028-43CB-A91B-5F905CABC2D7}" dt="2026-09-17T13:41:12.497" v="778" actId="478"/>
          <ac:spMkLst>
            <pc:docMk/>
            <pc:sldMk cId="1439042897" sldId="381"/>
            <ac:spMk id="4" creationId="{2F1CBE94-912C-34CB-A50D-12E93D5AEFB3}"/>
          </ac:spMkLst>
        </pc:spChg>
        <pc:spChg chg="del">
          <ac:chgData name="Guthrie, Pierce C Maj USMC MANDR AFFAIRS (USA)" userId="be479515-51e0-446a-9ffe-2a9e5f97586d" providerId="ADAL" clId="{62893F33-2028-43CB-A91B-5F905CABC2D7}" dt="2026-09-17T13:41:10.105" v="777" actId="478"/>
          <ac:spMkLst>
            <pc:docMk/>
            <pc:sldMk cId="1439042897" sldId="381"/>
            <ac:spMk id="5" creationId="{A35F91CF-8A4A-3D1B-4D8A-ECD4BC001BD1}"/>
          </ac:spMkLst>
        </pc:spChg>
        <pc:spChg chg="mod">
          <ac:chgData name="Guthrie, Pierce C Maj USMC MANDR AFFAIRS (USA)" userId="be479515-51e0-446a-9ffe-2a9e5f97586d" providerId="ADAL" clId="{62893F33-2028-43CB-A91B-5F905CABC2D7}" dt="2026-09-17T15:11:09.761" v="3096" actId="20577"/>
          <ac:spMkLst>
            <pc:docMk/>
            <pc:sldMk cId="1439042897" sldId="381"/>
            <ac:spMk id="9" creationId="{82B62776-816C-5FA1-9C61-9ABE235C8320}"/>
          </ac:spMkLst>
        </pc:spChg>
      </pc:sldChg>
      <pc:sldChg chg="del mod modShow">
        <pc:chgData name="Guthrie, Pierce C Maj USMC MANDR AFFAIRS (USA)" userId="be479515-51e0-446a-9ffe-2a9e5f97586d" providerId="ADAL" clId="{62893F33-2028-43CB-A91B-5F905CABC2D7}" dt="2026-09-17T13:17:49.855" v="116" actId="2696"/>
        <pc:sldMkLst>
          <pc:docMk/>
          <pc:sldMk cId="1362859149" sldId="382"/>
        </pc:sldMkLst>
      </pc:sldChg>
      <pc:sldChg chg="del mod modShow">
        <pc:chgData name="Guthrie, Pierce C Maj USMC MANDR AFFAIRS (USA)" userId="be479515-51e0-446a-9ffe-2a9e5f97586d" providerId="ADAL" clId="{62893F33-2028-43CB-A91B-5F905CABC2D7}" dt="2026-09-17T13:17:49.855" v="116" actId="2696"/>
        <pc:sldMkLst>
          <pc:docMk/>
          <pc:sldMk cId="2169231893" sldId="383"/>
        </pc:sldMkLst>
      </pc:sldChg>
      <pc:sldChg chg="del mod modShow">
        <pc:chgData name="Guthrie, Pierce C Maj USMC MANDR AFFAIRS (USA)" userId="be479515-51e0-446a-9ffe-2a9e5f97586d" providerId="ADAL" clId="{62893F33-2028-43CB-A91B-5F905CABC2D7}" dt="2026-09-17T13:17:49.855" v="116" actId="2696"/>
        <pc:sldMkLst>
          <pc:docMk/>
          <pc:sldMk cId="1251672117" sldId="384"/>
        </pc:sldMkLst>
      </pc:sldChg>
      <pc:sldChg chg="del mod modShow">
        <pc:chgData name="Guthrie, Pierce C Maj USMC MANDR AFFAIRS (USA)" userId="be479515-51e0-446a-9ffe-2a9e5f97586d" providerId="ADAL" clId="{62893F33-2028-43CB-A91B-5F905CABC2D7}" dt="2026-09-17T13:17:49.855" v="116" actId="2696"/>
        <pc:sldMkLst>
          <pc:docMk/>
          <pc:sldMk cId="1016631683" sldId="385"/>
        </pc:sldMkLst>
      </pc:sldChg>
      <pc:sldChg chg="addSp delSp modSp mod">
        <pc:chgData name="Guthrie, Pierce C Maj USMC MANDR AFFAIRS (USA)" userId="be479515-51e0-446a-9ffe-2a9e5f97586d" providerId="ADAL" clId="{62893F33-2028-43CB-A91B-5F905CABC2D7}" dt="2026-09-17T15:15:48.583" v="3193" actId="20577"/>
        <pc:sldMkLst>
          <pc:docMk/>
          <pc:sldMk cId="3545497517" sldId="386"/>
        </pc:sldMkLst>
        <pc:spChg chg="mod">
          <ac:chgData name="Guthrie, Pierce C Maj USMC MANDR AFFAIRS (USA)" userId="be479515-51e0-446a-9ffe-2a9e5f97586d" providerId="ADAL" clId="{62893F33-2028-43CB-A91B-5F905CABC2D7}" dt="2026-09-17T15:03:25.723" v="3019" actId="404"/>
          <ac:spMkLst>
            <pc:docMk/>
            <pc:sldMk cId="3545497517" sldId="386"/>
            <ac:spMk id="2" creationId="{840DFA0A-03EE-6513-B694-9E482892C2A3}"/>
          </ac:spMkLst>
        </pc:spChg>
        <pc:spChg chg="del">
          <ac:chgData name="Guthrie, Pierce C Maj USMC MANDR AFFAIRS (USA)" userId="be479515-51e0-446a-9ffe-2a9e5f97586d" providerId="ADAL" clId="{62893F33-2028-43CB-A91B-5F905CABC2D7}" dt="2026-09-17T13:16:33.288" v="64" actId="478"/>
          <ac:spMkLst>
            <pc:docMk/>
            <pc:sldMk cId="3545497517" sldId="386"/>
            <ac:spMk id="3" creationId="{D61DCBC0-9E25-26C8-2092-FD2A8FDF9524}"/>
          </ac:spMkLst>
        </pc:spChg>
        <pc:spChg chg="del">
          <ac:chgData name="Guthrie, Pierce C Maj USMC MANDR AFFAIRS (USA)" userId="be479515-51e0-446a-9ffe-2a9e5f97586d" providerId="ADAL" clId="{62893F33-2028-43CB-A91B-5F905CABC2D7}" dt="2026-09-17T13:41:04.657" v="776" actId="478"/>
          <ac:spMkLst>
            <pc:docMk/>
            <pc:sldMk cId="3545497517" sldId="386"/>
            <ac:spMk id="4" creationId="{36BAF4FF-97DF-E8FC-CB7E-BE836BC6012C}"/>
          </ac:spMkLst>
        </pc:spChg>
        <pc:spChg chg="del">
          <ac:chgData name="Guthrie, Pierce C Maj USMC MANDR AFFAIRS (USA)" userId="be479515-51e0-446a-9ffe-2a9e5f97586d" providerId="ADAL" clId="{62893F33-2028-43CB-A91B-5F905CABC2D7}" dt="2026-09-17T13:41:02.121" v="775" actId="478"/>
          <ac:spMkLst>
            <pc:docMk/>
            <pc:sldMk cId="3545497517" sldId="386"/>
            <ac:spMk id="5" creationId="{78909D34-C0B1-072C-D73E-80BCD5381B07}"/>
          </ac:spMkLst>
        </pc:spChg>
        <pc:spChg chg="add mod">
          <ac:chgData name="Guthrie, Pierce C Maj USMC MANDR AFFAIRS (USA)" userId="be479515-51e0-446a-9ffe-2a9e5f97586d" providerId="ADAL" clId="{62893F33-2028-43CB-A91B-5F905CABC2D7}" dt="2026-09-17T15:14:11.255" v="3136" actId="1582"/>
          <ac:spMkLst>
            <pc:docMk/>
            <pc:sldMk cId="3545497517" sldId="386"/>
            <ac:spMk id="7" creationId="{5CBB06B2-03AB-1608-7CEE-A8A875CA9459}"/>
          </ac:spMkLst>
        </pc:spChg>
        <pc:spChg chg="add del mod">
          <ac:chgData name="Guthrie, Pierce C Maj USMC MANDR AFFAIRS (USA)" userId="be479515-51e0-446a-9ffe-2a9e5f97586d" providerId="ADAL" clId="{62893F33-2028-43CB-A91B-5F905CABC2D7}" dt="2026-09-17T13:16:38.824" v="65" actId="478"/>
          <ac:spMkLst>
            <pc:docMk/>
            <pc:sldMk cId="3545497517" sldId="386"/>
            <ac:spMk id="7" creationId="{B0A96404-F902-B8E9-5210-E72570CAC913}"/>
          </ac:spMkLst>
        </pc:spChg>
        <pc:spChg chg="add mod">
          <ac:chgData name="Guthrie, Pierce C Maj USMC MANDR AFFAIRS (USA)" userId="be479515-51e0-446a-9ffe-2a9e5f97586d" providerId="ADAL" clId="{62893F33-2028-43CB-A91B-5F905CABC2D7}" dt="2026-09-17T15:14:21.068" v="3138" actId="1582"/>
          <ac:spMkLst>
            <pc:docMk/>
            <pc:sldMk cId="3545497517" sldId="386"/>
            <ac:spMk id="9" creationId="{66E0E65F-8819-F3B1-32C5-5CEEE4071267}"/>
          </ac:spMkLst>
        </pc:spChg>
        <pc:spChg chg="add mod">
          <ac:chgData name="Guthrie, Pierce C Maj USMC MANDR AFFAIRS (USA)" userId="be479515-51e0-446a-9ffe-2a9e5f97586d" providerId="ADAL" clId="{62893F33-2028-43CB-A91B-5F905CABC2D7}" dt="2026-09-17T15:14:16.385" v="3137" actId="1582"/>
          <ac:spMkLst>
            <pc:docMk/>
            <pc:sldMk cId="3545497517" sldId="386"/>
            <ac:spMk id="12" creationId="{AA224CA1-540D-620F-9B78-6233A73CCED0}"/>
          </ac:spMkLst>
        </pc:spChg>
        <pc:spChg chg="add del">
          <ac:chgData name="Guthrie, Pierce C Maj USMC MANDR AFFAIRS (USA)" userId="be479515-51e0-446a-9ffe-2a9e5f97586d" providerId="ADAL" clId="{62893F33-2028-43CB-A91B-5F905CABC2D7}" dt="2026-09-17T14:22:28.326" v="1485" actId="478"/>
          <ac:spMkLst>
            <pc:docMk/>
            <pc:sldMk cId="3545497517" sldId="386"/>
            <ac:spMk id="14" creationId="{78643FE8-4AB4-8963-466B-982764D8E051}"/>
          </ac:spMkLst>
        </pc:spChg>
        <pc:spChg chg="add mod">
          <ac:chgData name="Guthrie, Pierce C Maj USMC MANDR AFFAIRS (USA)" userId="be479515-51e0-446a-9ffe-2a9e5f97586d" providerId="ADAL" clId="{62893F33-2028-43CB-A91B-5F905CABC2D7}" dt="2026-09-17T15:15:08.704" v="3147" actId="1076"/>
          <ac:spMkLst>
            <pc:docMk/>
            <pc:sldMk cId="3545497517" sldId="386"/>
            <ac:spMk id="15" creationId="{CFC061FE-CBBD-8011-9D98-A32D91000328}"/>
          </ac:spMkLst>
        </pc:spChg>
        <pc:spChg chg="add mod">
          <ac:chgData name="Guthrie, Pierce C Maj USMC MANDR AFFAIRS (USA)" userId="be479515-51e0-446a-9ffe-2a9e5f97586d" providerId="ADAL" clId="{62893F33-2028-43CB-A91B-5F905CABC2D7}" dt="2026-09-17T15:15:02.318" v="3146" actId="1076"/>
          <ac:spMkLst>
            <pc:docMk/>
            <pc:sldMk cId="3545497517" sldId="386"/>
            <ac:spMk id="17" creationId="{9BD325DD-D2F0-26D8-A09E-CDFC0E5D162C}"/>
          </ac:spMkLst>
        </pc:spChg>
        <pc:spChg chg="add mod">
          <ac:chgData name="Guthrie, Pierce C Maj USMC MANDR AFFAIRS (USA)" userId="be479515-51e0-446a-9ffe-2a9e5f97586d" providerId="ADAL" clId="{62893F33-2028-43CB-A91B-5F905CABC2D7}" dt="2026-09-17T15:14:59.120" v="3145" actId="1076"/>
          <ac:spMkLst>
            <pc:docMk/>
            <pc:sldMk cId="3545497517" sldId="386"/>
            <ac:spMk id="19" creationId="{02314800-4A54-6154-1B04-4ABCF5419540}"/>
          </ac:spMkLst>
        </pc:spChg>
        <pc:spChg chg="add mod">
          <ac:chgData name="Guthrie, Pierce C Maj USMC MANDR AFFAIRS (USA)" userId="be479515-51e0-446a-9ffe-2a9e5f97586d" providerId="ADAL" clId="{62893F33-2028-43CB-A91B-5F905CABC2D7}" dt="2026-09-17T15:15:27.012" v="3169" actId="122"/>
          <ac:spMkLst>
            <pc:docMk/>
            <pc:sldMk cId="3545497517" sldId="386"/>
            <ac:spMk id="20" creationId="{202FFC4D-ECC4-C117-4B77-8B21E7E516CA}"/>
          </ac:spMkLst>
        </pc:spChg>
        <pc:spChg chg="add mod">
          <ac:chgData name="Guthrie, Pierce C Maj USMC MANDR AFFAIRS (USA)" userId="be479515-51e0-446a-9ffe-2a9e5f97586d" providerId="ADAL" clId="{62893F33-2028-43CB-A91B-5F905CABC2D7}" dt="2026-09-17T15:15:37.350" v="3183" actId="20577"/>
          <ac:spMkLst>
            <pc:docMk/>
            <pc:sldMk cId="3545497517" sldId="386"/>
            <ac:spMk id="22" creationId="{2BB5B6A4-D05F-2602-086D-FF3E5D4C1091}"/>
          </ac:spMkLst>
        </pc:spChg>
        <pc:spChg chg="add mod">
          <ac:chgData name="Guthrie, Pierce C Maj USMC MANDR AFFAIRS (USA)" userId="be479515-51e0-446a-9ffe-2a9e5f97586d" providerId="ADAL" clId="{62893F33-2028-43CB-A91B-5F905CABC2D7}" dt="2026-09-17T15:15:48.583" v="3193" actId="20577"/>
          <ac:spMkLst>
            <pc:docMk/>
            <pc:sldMk cId="3545497517" sldId="386"/>
            <ac:spMk id="24" creationId="{93DA707D-C03E-912B-E0EA-E195837384E4}"/>
          </ac:spMkLst>
        </pc:spChg>
        <pc:grpChg chg="add mod">
          <ac:chgData name="Guthrie, Pierce C Maj USMC MANDR AFFAIRS (USA)" userId="be479515-51e0-446a-9ffe-2a9e5f97586d" providerId="ADAL" clId="{62893F33-2028-43CB-A91B-5F905CABC2D7}" dt="2026-09-17T14:21:25.215" v="1482" actId="1076"/>
          <ac:grpSpMkLst>
            <pc:docMk/>
            <pc:sldMk cId="3545497517" sldId="386"/>
            <ac:grpSpMk id="13" creationId="{A1F303E6-1F7B-039F-F861-4EE1FDCC0E9D}"/>
          </ac:grpSpMkLst>
        </pc:grpChg>
        <pc:graphicFrameChg chg="add del mod modGraphic">
          <ac:chgData name="Guthrie, Pierce C Maj USMC MANDR AFFAIRS (USA)" userId="be479515-51e0-446a-9ffe-2a9e5f97586d" providerId="ADAL" clId="{62893F33-2028-43CB-A91B-5F905CABC2D7}" dt="2026-09-17T15:11:18.701" v="3097" actId="478"/>
          <ac:graphicFrameMkLst>
            <pc:docMk/>
            <pc:sldMk cId="3545497517" sldId="386"/>
            <ac:graphicFrameMk id="8" creationId="{CE86C37D-C517-9B16-C895-5C3DD835520A}"/>
          </ac:graphicFrameMkLst>
        </pc:graphicFrameChg>
        <pc:picChg chg="add del mod">
          <ac:chgData name="Guthrie, Pierce C Maj USMC MANDR AFFAIRS (USA)" userId="be479515-51e0-446a-9ffe-2a9e5f97586d" providerId="ADAL" clId="{62893F33-2028-43CB-A91B-5F905CABC2D7}" dt="2026-09-17T15:12:51.095" v="3105" actId="478"/>
          <ac:picMkLst>
            <pc:docMk/>
            <pc:sldMk cId="3545497517" sldId="386"/>
            <ac:picMk id="4" creationId="{3B1544BC-2B0C-6DE8-DE64-316BCDD62F92}"/>
          </ac:picMkLst>
        </pc:picChg>
        <pc:picChg chg="add mod">
          <ac:chgData name="Guthrie, Pierce C Maj USMC MANDR AFFAIRS (USA)" userId="be479515-51e0-446a-9ffe-2a9e5f97586d" providerId="ADAL" clId="{62893F33-2028-43CB-A91B-5F905CABC2D7}" dt="2026-09-17T15:13:12.684" v="3112" actId="1076"/>
          <ac:picMkLst>
            <pc:docMk/>
            <pc:sldMk cId="3545497517" sldId="386"/>
            <ac:picMk id="6" creationId="{2315035C-5D7E-C4AA-6CC1-A3A4ACDD893A}"/>
          </ac:picMkLst>
        </pc:picChg>
        <pc:cxnChg chg="add mod">
          <ac:chgData name="Guthrie, Pierce C Maj USMC MANDR AFFAIRS (USA)" userId="be479515-51e0-446a-9ffe-2a9e5f97586d" providerId="ADAL" clId="{62893F33-2028-43CB-A91B-5F905CABC2D7}" dt="2026-09-17T15:14:21.068" v="3138" actId="1582"/>
          <ac:cxnSpMkLst>
            <pc:docMk/>
            <pc:sldMk cId="3545497517" sldId="386"/>
            <ac:cxnSpMk id="11" creationId="{81508D19-9CAB-20F8-7F0B-201EC41949BD}"/>
          </ac:cxnSpMkLst>
        </pc:cxnChg>
        <pc:cxnChg chg="add mod">
          <ac:chgData name="Guthrie, Pierce C Maj USMC MANDR AFFAIRS (USA)" userId="be479515-51e0-446a-9ffe-2a9e5f97586d" providerId="ADAL" clId="{62893F33-2028-43CB-A91B-5F905CABC2D7}" dt="2026-09-17T15:14:41.552" v="3142" actId="14100"/>
          <ac:cxnSpMkLst>
            <pc:docMk/>
            <pc:sldMk cId="3545497517" sldId="386"/>
            <ac:cxnSpMk id="14" creationId="{F76E41BF-6F79-44F2-8D33-48E906F5F019}"/>
          </ac:cxnSpMkLst>
        </pc:cxnChg>
      </pc:sldChg>
      <pc:sldChg chg="addSp delSp modSp add mod ord modClrScheme modShow chgLayout">
        <pc:chgData name="Guthrie, Pierce C Maj USMC MANDR AFFAIRS (USA)" userId="be479515-51e0-446a-9ffe-2a9e5f97586d" providerId="ADAL" clId="{62893F33-2028-43CB-A91B-5F905CABC2D7}" dt="2026-09-17T15:15:54.992" v="3195"/>
        <pc:sldMkLst>
          <pc:docMk/>
          <pc:sldMk cId="463560478" sldId="387"/>
        </pc:sldMkLst>
        <pc:spChg chg="mod ord">
          <ac:chgData name="Guthrie, Pierce C Maj USMC MANDR AFFAIRS (USA)" userId="be479515-51e0-446a-9ffe-2a9e5f97586d" providerId="ADAL" clId="{62893F33-2028-43CB-A91B-5F905CABC2D7}" dt="2026-09-17T14:36:13.991" v="2452" actId="27636"/>
          <ac:spMkLst>
            <pc:docMk/>
            <pc:sldMk cId="463560478" sldId="387"/>
            <ac:spMk id="2" creationId="{80AB37B3-44D7-E42A-56C8-E569EAC95A98}"/>
          </ac:spMkLst>
        </pc:spChg>
        <pc:spChg chg="add mod ord">
          <ac:chgData name="Guthrie, Pierce C Maj USMC MANDR AFFAIRS (USA)" userId="be479515-51e0-446a-9ffe-2a9e5f97586d" providerId="ADAL" clId="{62893F33-2028-43CB-A91B-5F905CABC2D7}" dt="2026-09-17T14:29:42.268" v="1793" actId="20577"/>
          <ac:spMkLst>
            <pc:docMk/>
            <pc:sldMk cId="463560478" sldId="387"/>
            <ac:spMk id="3" creationId="{3214246A-8F6F-76F0-3258-B1560A2A7779}"/>
          </ac:spMkLst>
        </pc:spChg>
        <pc:spChg chg="add mod ord">
          <ac:chgData name="Guthrie, Pierce C Maj USMC MANDR AFFAIRS (USA)" userId="be479515-51e0-446a-9ffe-2a9e5f97586d" providerId="ADAL" clId="{62893F33-2028-43CB-A91B-5F905CABC2D7}" dt="2026-09-17T14:31:52.803" v="2031" actId="20577"/>
          <ac:spMkLst>
            <pc:docMk/>
            <pc:sldMk cId="463560478" sldId="387"/>
            <ac:spMk id="4" creationId="{70C6B06B-61E7-BEB6-AB30-25FDCC08AEFA}"/>
          </ac:spMkLst>
        </pc:spChg>
        <pc:spChg chg="add mod ord">
          <ac:chgData name="Guthrie, Pierce C Maj USMC MANDR AFFAIRS (USA)" userId="be479515-51e0-446a-9ffe-2a9e5f97586d" providerId="ADAL" clId="{62893F33-2028-43CB-A91B-5F905CABC2D7}" dt="2026-09-17T14:29:46.245" v="1796" actId="20577"/>
          <ac:spMkLst>
            <pc:docMk/>
            <pc:sldMk cId="463560478" sldId="387"/>
            <ac:spMk id="5" creationId="{8B058DFA-1CF0-BFAA-FC72-CCA4BFF45302}"/>
          </ac:spMkLst>
        </pc:spChg>
        <pc:spChg chg="add mod ord">
          <ac:chgData name="Guthrie, Pierce C Maj USMC MANDR AFFAIRS (USA)" userId="be479515-51e0-446a-9ffe-2a9e5f97586d" providerId="ADAL" clId="{62893F33-2028-43CB-A91B-5F905CABC2D7}" dt="2026-09-17T14:35:40.932" v="2378" actId="20577"/>
          <ac:spMkLst>
            <pc:docMk/>
            <pc:sldMk cId="463560478" sldId="387"/>
            <ac:spMk id="6" creationId="{81468234-19B1-47B4-63E0-75F0952F45B3}"/>
          </ac:spMkLst>
        </pc:spChg>
        <pc:spChg chg="add del mod ord">
          <ac:chgData name="Guthrie, Pierce C Maj USMC MANDR AFFAIRS (USA)" userId="be479515-51e0-446a-9ffe-2a9e5f97586d" providerId="ADAL" clId="{62893F33-2028-43CB-A91B-5F905CABC2D7}" dt="2026-09-17T14:36:51.733" v="2459" actId="478"/>
          <ac:spMkLst>
            <pc:docMk/>
            <pc:sldMk cId="463560478" sldId="387"/>
            <ac:spMk id="7" creationId="{DFBF14E5-1E0A-08FD-3586-11BA3F5A557F}"/>
          </ac:spMkLst>
        </pc:spChg>
        <pc:spChg chg="add del mod ord">
          <ac:chgData name="Guthrie, Pierce C Maj USMC MANDR AFFAIRS (USA)" userId="be479515-51e0-446a-9ffe-2a9e5f97586d" providerId="ADAL" clId="{62893F33-2028-43CB-A91B-5F905CABC2D7}" dt="2026-09-17T14:36:56.075" v="2460" actId="478"/>
          <ac:spMkLst>
            <pc:docMk/>
            <pc:sldMk cId="463560478" sldId="387"/>
            <ac:spMk id="10" creationId="{A08CB721-27F0-FFBC-A838-195789EB7426}"/>
          </ac:spMkLst>
        </pc:spChg>
        <pc:spChg chg="del">
          <ac:chgData name="Guthrie, Pierce C Maj USMC MANDR AFFAIRS (USA)" userId="be479515-51e0-446a-9ffe-2a9e5f97586d" providerId="ADAL" clId="{62893F33-2028-43CB-A91B-5F905CABC2D7}" dt="2026-09-17T14:28:11.528" v="1785" actId="478"/>
          <ac:spMkLst>
            <pc:docMk/>
            <pc:sldMk cId="463560478" sldId="387"/>
            <ac:spMk id="15" creationId="{149029CE-38B6-AA91-D454-6EEEF80EDE5A}"/>
          </ac:spMkLst>
        </pc:spChg>
        <pc:spChg chg="del">
          <ac:chgData name="Guthrie, Pierce C Maj USMC MANDR AFFAIRS (USA)" userId="be479515-51e0-446a-9ffe-2a9e5f97586d" providerId="ADAL" clId="{62893F33-2028-43CB-A91B-5F905CABC2D7}" dt="2026-09-17T14:28:11.528" v="1785" actId="478"/>
          <ac:spMkLst>
            <pc:docMk/>
            <pc:sldMk cId="463560478" sldId="387"/>
            <ac:spMk id="17" creationId="{E6D0AE90-A06D-2524-91BA-276C8A99DA7F}"/>
          </ac:spMkLst>
        </pc:spChg>
        <pc:spChg chg="del">
          <ac:chgData name="Guthrie, Pierce C Maj USMC MANDR AFFAIRS (USA)" userId="be479515-51e0-446a-9ffe-2a9e5f97586d" providerId="ADAL" clId="{62893F33-2028-43CB-A91B-5F905CABC2D7}" dt="2026-09-17T14:28:11.528" v="1785" actId="478"/>
          <ac:spMkLst>
            <pc:docMk/>
            <pc:sldMk cId="463560478" sldId="387"/>
            <ac:spMk id="19" creationId="{8A7E029C-4BAB-5604-BA98-0052D883D500}"/>
          </ac:spMkLst>
        </pc:spChg>
        <pc:grpChg chg="del">
          <ac:chgData name="Guthrie, Pierce C Maj USMC MANDR AFFAIRS (USA)" userId="be479515-51e0-446a-9ffe-2a9e5f97586d" providerId="ADAL" clId="{62893F33-2028-43CB-A91B-5F905CABC2D7}" dt="2026-09-17T14:28:08.975" v="1784" actId="478"/>
          <ac:grpSpMkLst>
            <pc:docMk/>
            <pc:sldMk cId="463560478" sldId="387"/>
            <ac:grpSpMk id="13" creationId="{66BBC59D-2D91-F517-6D80-79808EA2D180}"/>
          </ac:grpSpMkLst>
        </pc:grpChg>
        <pc:graphicFrameChg chg="del mod">
          <ac:chgData name="Guthrie, Pierce C Maj USMC MANDR AFFAIRS (USA)" userId="be479515-51e0-446a-9ffe-2a9e5f97586d" providerId="ADAL" clId="{62893F33-2028-43CB-A91B-5F905CABC2D7}" dt="2026-09-17T14:29:38.621" v="1789" actId="478"/>
          <ac:graphicFrameMkLst>
            <pc:docMk/>
            <pc:sldMk cId="463560478" sldId="387"/>
            <ac:graphicFrameMk id="8" creationId="{0BB132A3-D9FA-42BA-0851-22251CF9670C}"/>
          </ac:graphicFrameMkLst>
        </pc:graphicFrameChg>
        <pc:cxnChg chg="mod">
          <ac:chgData name="Guthrie, Pierce C Maj USMC MANDR AFFAIRS (USA)" userId="be479515-51e0-446a-9ffe-2a9e5f97586d" providerId="ADAL" clId="{62893F33-2028-43CB-A91B-5F905CABC2D7}" dt="2026-09-17T14:28:08.975" v="1784" actId="478"/>
          <ac:cxnSpMkLst>
            <pc:docMk/>
            <pc:sldMk cId="463560478" sldId="387"/>
            <ac:cxnSpMk id="11" creationId="{E846A397-9D18-F4B5-9CE4-169E29F0FC8E}"/>
          </ac:cxnSpMkLst>
        </pc:cxnChg>
      </pc:sldChg>
      <pc:sldChg chg="addSp delSp modSp new mod modClrScheme chgLayout">
        <pc:chgData name="Guthrie, Pierce C Maj USMC MANDR AFFAIRS (USA)" userId="be479515-51e0-446a-9ffe-2a9e5f97586d" providerId="ADAL" clId="{62893F33-2028-43CB-A91B-5F905CABC2D7}" dt="2026-09-17T15:18:17.745" v="3209" actId="20577"/>
        <pc:sldMkLst>
          <pc:docMk/>
          <pc:sldMk cId="3272187146" sldId="388"/>
        </pc:sldMkLst>
        <pc:spChg chg="del mod ord">
          <ac:chgData name="Guthrie, Pierce C Maj USMC MANDR AFFAIRS (USA)" userId="be479515-51e0-446a-9ffe-2a9e5f97586d" providerId="ADAL" clId="{62893F33-2028-43CB-A91B-5F905CABC2D7}" dt="2026-09-17T14:36:26.160" v="2454" actId="700"/>
          <ac:spMkLst>
            <pc:docMk/>
            <pc:sldMk cId="3272187146" sldId="388"/>
            <ac:spMk id="2" creationId="{0FAD588C-5E4A-4DA9-EDB6-362CD0E09FED}"/>
          </ac:spMkLst>
        </pc:spChg>
        <pc:spChg chg="del mod ord">
          <ac:chgData name="Guthrie, Pierce C Maj USMC MANDR AFFAIRS (USA)" userId="be479515-51e0-446a-9ffe-2a9e5f97586d" providerId="ADAL" clId="{62893F33-2028-43CB-A91B-5F905CABC2D7}" dt="2026-09-17T14:36:26.160" v="2454" actId="700"/>
          <ac:spMkLst>
            <pc:docMk/>
            <pc:sldMk cId="3272187146" sldId="388"/>
            <ac:spMk id="3" creationId="{A04112F5-464A-5C62-50DF-96546EB15060}"/>
          </ac:spMkLst>
        </pc:spChg>
        <pc:spChg chg="del mod ord">
          <ac:chgData name="Guthrie, Pierce C Maj USMC MANDR AFFAIRS (USA)" userId="be479515-51e0-446a-9ffe-2a9e5f97586d" providerId="ADAL" clId="{62893F33-2028-43CB-A91B-5F905CABC2D7}" dt="2026-09-17T14:36:26.160" v="2454" actId="700"/>
          <ac:spMkLst>
            <pc:docMk/>
            <pc:sldMk cId="3272187146" sldId="388"/>
            <ac:spMk id="4" creationId="{83AF1DED-863B-D771-8AC4-D33ED530AF5E}"/>
          </ac:spMkLst>
        </pc:spChg>
        <pc:spChg chg="del mod ord">
          <ac:chgData name="Guthrie, Pierce C Maj USMC MANDR AFFAIRS (USA)" userId="be479515-51e0-446a-9ffe-2a9e5f97586d" providerId="ADAL" clId="{62893F33-2028-43CB-A91B-5F905CABC2D7}" dt="2026-09-17T14:36:26.160" v="2454" actId="700"/>
          <ac:spMkLst>
            <pc:docMk/>
            <pc:sldMk cId="3272187146" sldId="388"/>
            <ac:spMk id="5" creationId="{905DE1E3-0A47-00E7-00FE-909D48C23623}"/>
          </ac:spMkLst>
        </pc:spChg>
        <pc:spChg chg="del">
          <ac:chgData name="Guthrie, Pierce C Maj USMC MANDR AFFAIRS (USA)" userId="be479515-51e0-446a-9ffe-2a9e5f97586d" providerId="ADAL" clId="{62893F33-2028-43CB-A91B-5F905CABC2D7}" dt="2026-09-17T14:36:26.160" v="2454" actId="700"/>
          <ac:spMkLst>
            <pc:docMk/>
            <pc:sldMk cId="3272187146" sldId="388"/>
            <ac:spMk id="7" creationId="{25807454-A3C6-AB61-C5E0-830E3830901F}"/>
          </ac:spMkLst>
        </pc:spChg>
        <pc:spChg chg="del">
          <ac:chgData name="Guthrie, Pierce C Maj USMC MANDR AFFAIRS (USA)" userId="be479515-51e0-446a-9ffe-2a9e5f97586d" providerId="ADAL" clId="{62893F33-2028-43CB-A91B-5F905CABC2D7}" dt="2026-09-17T14:36:26.160" v="2454" actId="700"/>
          <ac:spMkLst>
            <pc:docMk/>
            <pc:sldMk cId="3272187146" sldId="388"/>
            <ac:spMk id="8" creationId="{0A828DA1-28D6-B418-D804-47EAC5BCEFB8}"/>
          </ac:spMkLst>
        </pc:spChg>
        <pc:spChg chg="add del mod ord">
          <ac:chgData name="Guthrie, Pierce C Maj USMC MANDR AFFAIRS (USA)" userId="be479515-51e0-446a-9ffe-2a9e5f97586d" providerId="ADAL" clId="{62893F33-2028-43CB-A91B-5F905CABC2D7}" dt="2026-09-17T14:36:42.571" v="2456" actId="478"/>
          <ac:spMkLst>
            <pc:docMk/>
            <pc:sldMk cId="3272187146" sldId="388"/>
            <ac:spMk id="9" creationId="{CE1E0725-8096-09A9-6C0E-651E17CD925F}"/>
          </ac:spMkLst>
        </pc:spChg>
        <pc:spChg chg="add del mod ord">
          <ac:chgData name="Guthrie, Pierce C Maj USMC MANDR AFFAIRS (USA)" userId="be479515-51e0-446a-9ffe-2a9e5f97586d" providerId="ADAL" clId="{62893F33-2028-43CB-A91B-5F905CABC2D7}" dt="2026-09-17T14:36:39.369" v="2455" actId="478"/>
          <ac:spMkLst>
            <pc:docMk/>
            <pc:sldMk cId="3272187146" sldId="388"/>
            <ac:spMk id="10" creationId="{D906D237-C481-F30D-82BE-51709D1D1213}"/>
          </ac:spMkLst>
        </pc:spChg>
        <pc:spChg chg="add del mod ord">
          <ac:chgData name="Guthrie, Pierce C Maj USMC MANDR AFFAIRS (USA)" userId="be479515-51e0-446a-9ffe-2a9e5f97586d" providerId="ADAL" clId="{62893F33-2028-43CB-A91B-5F905CABC2D7}" dt="2026-09-17T14:36:47.404" v="2458" actId="478"/>
          <ac:spMkLst>
            <pc:docMk/>
            <pc:sldMk cId="3272187146" sldId="388"/>
            <ac:spMk id="11" creationId="{E0705503-ED67-54DD-D9D9-74C13E5CF689}"/>
          </ac:spMkLst>
        </pc:spChg>
        <pc:spChg chg="add del mod ord">
          <ac:chgData name="Guthrie, Pierce C Maj USMC MANDR AFFAIRS (USA)" userId="be479515-51e0-446a-9ffe-2a9e5f97586d" providerId="ADAL" clId="{62893F33-2028-43CB-A91B-5F905CABC2D7}" dt="2026-09-17T14:36:44.568" v="2457" actId="478"/>
          <ac:spMkLst>
            <pc:docMk/>
            <pc:sldMk cId="3272187146" sldId="388"/>
            <ac:spMk id="12" creationId="{E86AF612-3808-ED26-A1B0-18796EB75478}"/>
          </ac:spMkLst>
        </pc:spChg>
        <pc:spChg chg="add mod">
          <ac:chgData name="Guthrie, Pierce C Maj USMC MANDR AFFAIRS (USA)" userId="be479515-51e0-446a-9ffe-2a9e5f97586d" providerId="ADAL" clId="{62893F33-2028-43CB-A91B-5F905CABC2D7}" dt="2026-09-17T14:39:47.565" v="2510" actId="20577"/>
          <ac:spMkLst>
            <pc:docMk/>
            <pc:sldMk cId="3272187146" sldId="388"/>
            <ac:spMk id="13" creationId="{EFA0E847-5FE1-D8E4-6104-F5AE126E4DE4}"/>
          </ac:spMkLst>
        </pc:spChg>
        <pc:spChg chg="add del mod">
          <ac:chgData name="Guthrie, Pierce C Maj USMC MANDR AFFAIRS (USA)" userId="be479515-51e0-446a-9ffe-2a9e5f97586d" providerId="ADAL" clId="{62893F33-2028-43CB-A91B-5F905CABC2D7}" dt="2026-09-17T14:39:32.025" v="2470" actId="478"/>
          <ac:spMkLst>
            <pc:docMk/>
            <pc:sldMk cId="3272187146" sldId="388"/>
            <ac:spMk id="14" creationId="{AFA43DA4-EE23-BE3E-7A4D-072F54AE8DDD}"/>
          </ac:spMkLst>
        </pc:spChg>
        <pc:spChg chg="add del mod">
          <ac:chgData name="Guthrie, Pierce C Maj USMC MANDR AFFAIRS (USA)" userId="be479515-51e0-446a-9ffe-2a9e5f97586d" providerId="ADAL" clId="{62893F33-2028-43CB-A91B-5F905CABC2D7}" dt="2026-09-17T14:39:28.837" v="2469" actId="478"/>
          <ac:spMkLst>
            <pc:docMk/>
            <pc:sldMk cId="3272187146" sldId="388"/>
            <ac:spMk id="15" creationId="{1783A5AA-A097-CB9B-BE06-2A46E33BE68D}"/>
          </ac:spMkLst>
        </pc:spChg>
        <pc:spChg chg="add del mod">
          <ac:chgData name="Guthrie, Pierce C Maj USMC MANDR AFFAIRS (USA)" userId="be479515-51e0-446a-9ffe-2a9e5f97586d" providerId="ADAL" clId="{62893F33-2028-43CB-A91B-5F905CABC2D7}" dt="2026-09-17T14:39:26.609" v="2468" actId="478"/>
          <ac:spMkLst>
            <pc:docMk/>
            <pc:sldMk cId="3272187146" sldId="388"/>
            <ac:spMk id="16" creationId="{0F21B6AF-3AB7-7E4B-C720-A7C21EE6F82A}"/>
          </ac:spMkLst>
        </pc:spChg>
        <pc:spChg chg="add mod">
          <ac:chgData name="Guthrie, Pierce C Maj USMC MANDR AFFAIRS (USA)" userId="be479515-51e0-446a-9ffe-2a9e5f97586d" providerId="ADAL" clId="{62893F33-2028-43CB-A91B-5F905CABC2D7}" dt="2026-09-17T14:44:58.694" v="2812" actId="20577"/>
          <ac:spMkLst>
            <pc:docMk/>
            <pc:sldMk cId="3272187146" sldId="388"/>
            <ac:spMk id="20" creationId="{B0A7569A-8898-3FDD-18EE-C52606EA9C2D}"/>
          </ac:spMkLst>
        </pc:spChg>
        <pc:spChg chg="add mod">
          <ac:chgData name="Guthrie, Pierce C Maj USMC MANDR AFFAIRS (USA)" userId="be479515-51e0-446a-9ffe-2a9e5f97586d" providerId="ADAL" clId="{62893F33-2028-43CB-A91B-5F905CABC2D7}" dt="2026-09-17T14:46:28.384" v="2883" actId="20577"/>
          <ac:spMkLst>
            <pc:docMk/>
            <pc:sldMk cId="3272187146" sldId="388"/>
            <ac:spMk id="26" creationId="{51D9EEE2-9387-6872-677D-735FC1BC73C3}"/>
          </ac:spMkLst>
        </pc:spChg>
        <pc:spChg chg="add mod">
          <ac:chgData name="Guthrie, Pierce C Maj USMC MANDR AFFAIRS (USA)" userId="be479515-51e0-446a-9ffe-2a9e5f97586d" providerId="ADAL" clId="{62893F33-2028-43CB-A91B-5F905CABC2D7}" dt="2026-09-17T15:18:17.745" v="3209" actId="20577"/>
          <ac:spMkLst>
            <pc:docMk/>
            <pc:sldMk cId="3272187146" sldId="388"/>
            <ac:spMk id="31" creationId="{6ED2DF0B-7BF6-BA6E-5B4F-9D5B02DC2E74}"/>
          </ac:spMkLst>
        </pc:spChg>
        <pc:picChg chg="add mod">
          <ac:chgData name="Guthrie, Pierce C Maj USMC MANDR AFFAIRS (USA)" userId="be479515-51e0-446a-9ffe-2a9e5f97586d" providerId="ADAL" clId="{62893F33-2028-43CB-A91B-5F905CABC2D7}" dt="2026-09-17T14:41:09.778" v="2513" actId="1076"/>
          <ac:picMkLst>
            <pc:docMk/>
            <pc:sldMk cId="3272187146" sldId="388"/>
            <ac:picMk id="18" creationId="{996462F8-3531-FBCD-A451-7E0271AC52A4}"/>
          </ac:picMkLst>
        </pc:picChg>
        <pc:picChg chg="add mod">
          <ac:chgData name="Guthrie, Pierce C Maj USMC MANDR AFFAIRS (USA)" userId="be479515-51e0-446a-9ffe-2a9e5f97586d" providerId="ADAL" clId="{62893F33-2028-43CB-A91B-5F905CABC2D7}" dt="2026-09-17T14:45:37.500" v="2814" actId="1076"/>
          <ac:picMkLst>
            <pc:docMk/>
            <pc:sldMk cId="3272187146" sldId="388"/>
            <ac:picMk id="24" creationId="{69722B06-C064-C786-B879-773F1043E160}"/>
          </ac:picMkLst>
        </pc:picChg>
        <pc:picChg chg="add mod">
          <ac:chgData name="Guthrie, Pierce C Maj USMC MANDR AFFAIRS (USA)" userId="be479515-51e0-446a-9ffe-2a9e5f97586d" providerId="ADAL" clId="{62893F33-2028-43CB-A91B-5F905CABC2D7}" dt="2026-09-17T14:47:27.500" v="2888" actId="1076"/>
          <ac:picMkLst>
            <pc:docMk/>
            <pc:sldMk cId="3272187146" sldId="388"/>
            <ac:picMk id="29" creationId="{081FC7F4-D8D9-AD87-6FFC-B2BBE0A77235}"/>
          </ac:picMkLst>
        </pc:picChg>
        <pc:cxnChg chg="add mod">
          <ac:chgData name="Guthrie, Pierce C Maj USMC MANDR AFFAIRS (USA)" userId="be479515-51e0-446a-9ffe-2a9e5f97586d" providerId="ADAL" clId="{62893F33-2028-43CB-A91B-5F905CABC2D7}" dt="2026-09-17T14:44:14.532" v="2767" actId="1582"/>
          <ac:cxnSpMkLst>
            <pc:docMk/>
            <pc:sldMk cId="3272187146" sldId="388"/>
            <ac:cxnSpMk id="22" creationId="{5C8950F2-2FB2-4E76-B19D-1E537A7ED6BF}"/>
          </ac:cxnSpMkLst>
        </pc:cxnChg>
        <pc:cxnChg chg="add mod">
          <ac:chgData name="Guthrie, Pierce C Maj USMC MANDR AFFAIRS (USA)" userId="be479515-51e0-446a-9ffe-2a9e5f97586d" providerId="ADAL" clId="{62893F33-2028-43CB-A91B-5F905CABC2D7}" dt="2026-09-17T14:46:38.773" v="2885" actId="1076"/>
          <ac:cxnSpMkLst>
            <pc:docMk/>
            <pc:sldMk cId="3272187146" sldId="388"/>
            <ac:cxnSpMk id="27" creationId="{DC2B9B70-1918-D6A2-B72A-BE35BFF008D0}"/>
          </ac:cxnSpMkLst>
        </pc:cxnChg>
      </pc:sldChg>
      <pc:sldChg chg="delSp modSp new mod">
        <pc:chgData name="Guthrie, Pierce C Maj USMC MANDR AFFAIRS (USA)" userId="be479515-51e0-446a-9ffe-2a9e5f97586d" providerId="ADAL" clId="{62893F33-2028-43CB-A91B-5F905CABC2D7}" dt="2026-09-17T15:21:02.752" v="3222" actId="478"/>
        <pc:sldMkLst>
          <pc:docMk/>
          <pc:sldMk cId="2057222223" sldId="389"/>
        </pc:sldMkLst>
        <pc:spChg chg="mod">
          <ac:chgData name="Guthrie, Pierce C Maj USMC MANDR AFFAIRS (USA)" userId="be479515-51e0-446a-9ffe-2a9e5f97586d" providerId="ADAL" clId="{62893F33-2028-43CB-A91B-5F905CABC2D7}" dt="2026-09-17T15:20:54.540" v="3219" actId="20577"/>
          <ac:spMkLst>
            <pc:docMk/>
            <pc:sldMk cId="2057222223" sldId="389"/>
            <ac:spMk id="2" creationId="{54359626-72AC-DCB3-8D9D-D9464A31B188}"/>
          </ac:spMkLst>
        </pc:spChg>
        <pc:spChg chg="del">
          <ac:chgData name="Guthrie, Pierce C Maj USMC MANDR AFFAIRS (USA)" userId="be479515-51e0-446a-9ffe-2a9e5f97586d" providerId="ADAL" clId="{62893F33-2028-43CB-A91B-5F905CABC2D7}" dt="2026-09-17T15:21:02.752" v="3222" actId="478"/>
          <ac:spMkLst>
            <pc:docMk/>
            <pc:sldMk cId="2057222223" sldId="389"/>
            <ac:spMk id="3" creationId="{60A75D4D-D590-4257-8EEB-A49BA496AC87}"/>
          </ac:spMkLst>
        </pc:spChg>
        <pc:spChg chg="del">
          <ac:chgData name="Guthrie, Pierce C Maj USMC MANDR AFFAIRS (USA)" userId="be479515-51e0-446a-9ffe-2a9e5f97586d" providerId="ADAL" clId="{62893F33-2028-43CB-A91B-5F905CABC2D7}" dt="2026-09-17T15:21:00.512" v="3221" actId="478"/>
          <ac:spMkLst>
            <pc:docMk/>
            <pc:sldMk cId="2057222223" sldId="389"/>
            <ac:spMk id="4" creationId="{BCEE1D6E-DA8F-C0FE-58C1-D152E842D5A3}"/>
          </ac:spMkLst>
        </pc:spChg>
        <pc:spChg chg="del">
          <ac:chgData name="Guthrie, Pierce C Maj USMC MANDR AFFAIRS (USA)" userId="be479515-51e0-446a-9ffe-2a9e5f97586d" providerId="ADAL" clId="{62893F33-2028-43CB-A91B-5F905CABC2D7}" dt="2026-09-17T15:20:58.286" v="3220" actId="478"/>
          <ac:spMkLst>
            <pc:docMk/>
            <pc:sldMk cId="2057222223" sldId="389"/>
            <ac:spMk id="5" creationId="{4B398D49-7B40-7441-FC92-7CEBE7E214B0}"/>
          </ac:spMkLst>
        </pc:spChg>
      </pc:sldChg>
      <pc:sldMasterChg chg="modSldLayout">
        <pc:chgData name="Guthrie, Pierce C Maj USMC MANDR AFFAIRS (USA)" userId="be479515-51e0-446a-9ffe-2a9e5f97586d" providerId="ADAL" clId="{62893F33-2028-43CB-A91B-5F905CABC2D7}" dt="2026-09-17T15:19:26.433" v="3210" actId="2711"/>
        <pc:sldMasterMkLst>
          <pc:docMk/>
          <pc:sldMasterMk cId="1907337633" sldId="2147483672"/>
        </pc:sldMasterMkLst>
        <pc:sldLayoutChg chg="modSp mod">
          <pc:chgData name="Guthrie, Pierce C Maj USMC MANDR AFFAIRS (USA)" userId="be479515-51e0-446a-9ffe-2a9e5f97586d" providerId="ADAL" clId="{62893F33-2028-43CB-A91B-5F905CABC2D7}" dt="2026-09-17T15:19:26.433" v="3210" actId="2711"/>
          <pc:sldLayoutMkLst>
            <pc:docMk/>
            <pc:sldMasterMk cId="1907337633" sldId="2147483672"/>
            <pc:sldLayoutMk cId="2848456645" sldId="2147483674"/>
          </pc:sldLayoutMkLst>
          <pc:spChg chg="mod">
            <ac:chgData name="Guthrie, Pierce C Maj USMC MANDR AFFAIRS (USA)" userId="be479515-51e0-446a-9ffe-2a9e5f97586d" providerId="ADAL" clId="{62893F33-2028-43CB-A91B-5F905CABC2D7}" dt="2026-09-17T15:19:26.433" v="3210" actId="2711"/>
            <ac:spMkLst>
              <pc:docMk/>
              <pc:sldMasterMk cId="1907337633" sldId="2147483672"/>
              <pc:sldLayoutMk cId="2848456645" sldId="2147483674"/>
              <ac:spMk id="6" creationId="{00000000-0000-0000-0000-000000000000}"/>
            </ac:spMkLst>
          </pc:spChg>
        </pc:sldLayoutChg>
      </pc:sldMasterChg>
      <pc:sldMasterChg chg="new mod addSldLayout modSldLayout">
        <pc:chgData name="Guthrie, Pierce C Maj USMC MANDR AFFAIRS (USA)" userId="be479515-51e0-446a-9ffe-2a9e5f97586d" providerId="ADAL" clId="{62893F33-2028-43CB-A91B-5F905CABC2D7}" dt="2026-09-17T14:37:52.745" v="2465" actId="22"/>
        <pc:sldMasterMkLst>
          <pc:docMk/>
          <pc:sldMasterMk cId="462435000" sldId="2147483680"/>
        </pc:sldMasterMkLst>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529617239" sldId="2147483681"/>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439756580" sldId="2147483682"/>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2381599989" sldId="2147483683"/>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1549921668" sldId="2147483684"/>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3544248509" sldId="2147483685"/>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2368670035" sldId="2147483686"/>
          </pc:sldLayoutMkLst>
        </pc:sldLayoutChg>
        <pc:sldLayoutChg chg="addSp delSp new mod replId">
          <pc:chgData name="Guthrie, Pierce C Maj USMC MANDR AFFAIRS (USA)" userId="be479515-51e0-446a-9ffe-2a9e5f97586d" providerId="ADAL" clId="{62893F33-2028-43CB-A91B-5F905CABC2D7}" dt="2026-09-17T14:37:52.745" v="2465" actId="22"/>
          <pc:sldLayoutMkLst>
            <pc:docMk/>
            <pc:sldMasterMk cId="462435000" sldId="2147483680"/>
            <pc:sldLayoutMk cId="81369513" sldId="2147483687"/>
          </pc:sldLayoutMkLst>
          <pc:spChg chg="del">
            <ac:chgData name="Guthrie, Pierce C Maj USMC MANDR AFFAIRS (USA)" userId="be479515-51e0-446a-9ffe-2a9e5f97586d" providerId="ADAL" clId="{62893F33-2028-43CB-A91B-5F905CABC2D7}" dt="2026-09-17T14:37:36" v="2462" actId="478"/>
            <ac:spMkLst>
              <pc:docMk/>
              <pc:sldMasterMk cId="462435000" sldId="2147483680"/>
              <pc:sldLayoutMk cId="81369513" sldId="2147483687"/>
              <ac:spMk id="2" creationId="{543C1645-D1C6-D523-58B6-4C8A60055C61}"/>
            </ac:spMkLst>
          </pc:spChg>
          <pc:spChg chg="del">
            <ac:chgData name="Guthrie, Pierce C Maj USMC MANDR AFFAIRS (USA)" userId="be479515-51e0-446a-9ffe-2a9e5f97586d" providerId="ADAL" clId="{62893F33-2028-43CB-A91B-5F905CABC2D7}" dt="2026-09-17T14:37:38.495" v="2463" actId="478"/>
            <ac:spMkLst>
              <pc:docMk/>
              <pc:sldMasterMk cId="462435000" sldId="2147483680"/>
              <pc:sldLayoutMk cId="81369513" sldId="2147483687"/>
              <ac:spMk id="3" creationId="{87A2F841-5CDC-A702-953A-B642818BD611}"/>
            </ac:spMkLst>
          </pc:spChg>
          <pc:spChg chg="del">
            <ac:chgData name="Guthrie, Pierce C Maj USMC MANDR AFFAIRS (USA)" userId="be479515-51e0-446a-9ffe-2a9e5f97586d" providerId="ADAL" clId="{62893F33-2028-43CB-A91B-5F905CABC2D7}" dt="2026-09-17T14:37:40.690" v="2464" actId="478"/>
            <ac:spMkLst>
              <pc:docMk/>
              <pc:sldMasterMk cId="462435000" sldId="2147483680"/>
              <pc:sldLayoutMk cId="81369513" sldId="2147483687"/>
              <ac:spMk id="4" creationId="{236BB7D3-C7C2-F8F6-A426-8E9BFE1F3823}"/>
            </ac:spMkLst>
          </pc:spChg>
          <pc:picChg chg="add">
            <ac:chgData name="Guthrie, Pierce C Maj USMC MANDR AFFAIRS (USA)" userId="be479515-51e0-446a-9ffe-2a9e5f97586d" providerId="ADAL" clId="{62893F33-2028-43CB-A91B-5F905CABC2D7}" dt="2026-09-17T14:37:52.745" v="2465" actId="22"/>
            <ac:picMkLst>
              <pc:docMk/>
              <pc:sldMasterMk cId="462435000" sldId="2147483680"/>
              <pc:sldLayoutMk cId="81369513" sldId="2147483687"/>
              <ac:picMk id="6" creationId="{C87AD83C-1F62-303E-11E5-79884F26FFA2}"/>
            </ac:picMkLst>
          </pc:picChg>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4032035889" sldId="2147483688"/>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2419542070" sldId="2147483689"/>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1207989499" sldId="2147483690"/>
          </pc:sldLayoutMkLst>
        </pc:sldLayoutChg>
        <pc:sldLayoutChg chg="new replId">
          <pc:chgData name="Guthrie, Pierce C Maj USMC MANDR AFFAIRS (USA)" userId="be479515-51e0-446a-9ffe-2a9e5f97586d" providerId="ADAL" clId="{62893F33-2028-43CB-A91B-5F905CABC2D7}" dt="2026-09-17T14:37:28.176" v="2461" actId="6938"/>
          <pc:sldLayoutMkLst>
            <pc:docMk/>
            <pc:sldMasterMk cId="462435000" sldId="2147483680"/>
            <pc:sldLayoutMk cId="3591976700" sldId="214748369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875"/>
          </a:xfrm>
          <a:prstGeom prst="rect">
            <a:avLst/>
          </a:prstGeom>
        </p:spPr>
        <p:txBody>
          <a:bodyPr vert="horz" lIns="96098" tIns="48049" rIns="96098" bIns="48049" rtlCol="0"/>
          <a:lstStyle>
            <a:lvl1pPr algn="l">
              <a:defRPr sz="1200"/>
            </a:lvl1pPr>
          </a:lstStyle>
          <a:p>
            <a:endParaRPr lang="en-US"/>
          </a:p>
        </p:txBody>
      </p:sp>
      <p:sp>
        <p:nvSpPr>
          <p:cNvPr id="3" name="Date Placeholder 2"/>
          <p:cNvSpPr>
            <a:spLocks noGrp="1"/>
          </p:cNvSpPr>
          <p:nvPr>
            <p:ph type="dt" sz="quarter" idx="1"/>
          </p:nvPr>
        </p:nvSpPr>
        <p:spPr>
          <a:xfrm>
            <a:off x="4143588" y="1"/>
            <a:ext cx="3169920" cy="481875"/>
          </a:xfrm>
          <a:prstGeom prst="rect">
            <a:avLst/>
          </a:prstGeom>
        </p:spPr>
        <p:txBody>
          <a:bodyPr vert="horz" lIns="96098" tIns="48049" rIns="96098" bIns="48049" rtlCol="0"/>
          <a:lstStyle>
            <a:lvl1pPr algn="r">
              <a:defRPr sz="1200"/>
            </a:lvl1pPr>
          </a:lstStyle>
          <a:p>
            <a:fld id="{7EBEBE31-322B-45EA-A150-FB337DB29BB1}" type="datetimeFigureOut">
              <a:rPr lang="en-US" smtClean="0"/>
              <a:t>9/17/2026</a:t>
            </a:fld>
            <a:endParaRPr lang="en-US"/>
          </a:p>
        </p:txBody>
      </p:sp>
      <p:sp>
        <p:nvSpPr>
          <p:cNvPr id="4" name="Footer Placeholder 3"/>
          <p:cNvSpPr>
            <a:spLocks noGrp="1"/>
          </p:cNvSpPr>
          <p:nvPr>
            <p:ph type="ftr" sz="quarter" idx="2"/>
          </p:nvPr>
        </p:nvSpPr>
        <p:spPr>
          <a:xfrm>
            <a:off x="0" y="9119325"/>
            <a:ext cx="3169920" cy="481875"/>
          </a:xfrm>
          <a:prstGeom prst="rect">
            <a:avLst/>
          </a:prstGeom>
        </p:spPr>
        <p:txBody>
          <a:bodyPr vert="horz" lIns="96098" tIns="48049" rIns="96098" bIns="48049" rtlCol="0" anchor="b"/>
          <a:lstStyle>
            <a:lvl1pPr algn="l">
              <a:defRPr sz="1200"/>
            </a:lvl1pPr>
          </a:lstStyle>
          <a:p>
            <a:endParaRPr lang="en-US"/>
          </a:p>
        </p:txBody>
      </p:sp>
    </p:spTree>
    <p:extLst>
      <p:ext uri="{BB962C8B-B14F-4D97-AF65-F5344CB8AC3E}">
        <p14:creationId xmlns:p14="http://schemas.microsoft.com/office/powerpoint/2010/main" val="2393071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8"/>
          </a:xfrm>
          <a:prstGeom prst="rect">
            <a:avLst/>
          </a:prstGeom>
        </p:spPr>
        <p:txBody>
          <a:bodyPr vert="horz" lIns="96098" tIns="48049" rIns="96098" bIns="48049" rtlCol="0"/>
          <a:lstStyle>
            <a:lvl1pPr algn="l">
              <a:defRPr sz="1200"/>
            </a:lvl1pPr>
          </a:lstStyle>
          <a:p>
            <a:endParaRPr lang="en-US"/>
          </a:p>
        </p:txBody>
      </p:sp>
      <p:sp>
        <p:nvSpPr>
          <p:cNvPr id="3" name="Date Placeholder 2"/>
          <p:cNvSpPr>
            <a:spLocks noGrp="1"/>
          </p:cNvSpPr>
          <p:nvPr>
            <p:ph type="dt" idx="1"/>
          </p:nvPr>
        </p:nvSpPr>
        <p:spPr>
          <a:xfrm>
            <a:off x="4143588" y="1"/>
            <a:ext cx="3169920" cy="481728"/>
          </a:xfrm>
          <a:prstGeom prst="rect">
            <a:avLst/>
          </a:prstGeom>
        </p:spPr>
        <p:txBody>
          <a:bodyPr vert="horz" lIns="96098" tIns="48049" rIns="96098" bIns="48049" rtlCol="0"/>
          <a:lstStyle>
            <a:lvl1pPr algn="r">
              <a:defRPr sz="1200"/>
            </a:lvl1pPr>
          </a:lstStyle>
          <a:p>
            <a:fld id="{6BEAD5BE-6B5A-4D8D-8D95-207B2C782313}" type="datetimeFigureOut">
              <a:rPr lang="en-US" smtClean="0"/>
              <a:t>9/17/2026</a:t>
            </a:fld>
            <a:endParaRPr lang="en-US"/>
          </a:p>
        </p:txBody>
      </p:sp>
      <p:sp>
        <p:nvSpPr>
          <p:cNvPr id="4" name="Slide Image Placeholder 3"/>
          <p:cNvSpPr>
            <a:spLocks noGrp="1" noRot="1" noChangeAspect="1"/>
          </p:cNvSpPr>
          <p:nvPr>
            <p:ph type="sldImg" idx="2"/>
          </p:nvPr>
        </p:nvSpPr>
        <p:spPr>
          <a:xfrm>
            <a:off x="776288" y="1200150"/>
            <a:ext cx="5762625" cy="3241675"/>
          </a:xfrm>
          <a:prstGeom prst="rect">
            <a:avLst/>
          </a:prstGeom>
          <a:noFill/>
          <a:ln w="12700">
            <a:solidFill>
              <a:prstClr val="black"/>
            </a:solidFill>
          </a:ln>
        </p:spPr>
        <p:txBody>
          <a:bodyPr vert="horz" lIns="96098" tIns="48049" rIns="96098" bIns="48049" rtlCol="0" anchor="ctr"/>
          <a:lstStyle/>
          <a:p>
            <a:endParaRPr lang="en-US"/>
          </a:p>
        </p:txBody>
      </p:sp>
      <p:sp>
        <p:nvSpPr>
          <p:cNvPr id="5" name="Notes Placeholder 4"/>
          <p:cNvSpPr>
            <a:spLocks noGrp="1"/>
          </p:cNvSpPr>
          <p:nvPr>
            <p:ph type="body" sz="quarter" idx="3"/>
          </p:nvPr>
        </p:nvSpPr>
        <p:spPr>
          <a:xfrm>
            <a:off x="731520" y="4620579"/>
            <a:ext cx="5852160" cy="3780473"/>
          </a:xfrm>
          <a:prstGeom prst="rect">
            <a:avLst/>
          </a:prstGeom>
        </p:spPr>
        <p:txBody>
          <a:bodyPr vert="horz" lIns="96098" tIns="48049" rIns="96098" bIns="480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6"/>
            <a:ext cx="3169920" cy="481727"/>
          </a:xfrm>
          <a:prstGeom prst="rect">
            <a:avLst/>
          </a:prstGeom>
        </p:spPr>
        <p:txBody>
          <a:bodyPr vert="horz" lIns="96098" tIns="48049" rIns="96098" bIns="48049" rtlCol="0" anchor="b"/>
          <a:lstStyle>
            <a:lvl1pPr algn="l">
              <a:defRPr sz="1200"/>
            </a:lvl1pPr>
          </a:lstStyle>
          <a:p>
            <a:endParaRPr lang="en-US"/>
          </a:p>
        </p:txBody>
      </p:sp>
      <p:sp>
        <p:nvSpPr>
          <p:cNvPr id="7" name="Slide Number Placeholder 6"/>
          <p:cNvSpPr>
            <a:spLocks noGrp="1"/>
          </p:cNvSpPr>
          <p:nvPr>
            <p:ph type="sldNum" sz="quarter" idx="5"/>
          </p:nvPr>
        </p:nvSpPr>
        <p:spPr>
          <a:xfrm>
            <a:off x="4143588" y="9119476"/>
            <a:ext cx="3169920" cy="481727"/>
          </a:xfrm>
          <a:prstGeom prst="rect">
            <a:avLst/>
          </a:prstGeom>
        </p:spPr>
        <p:txBody>
          <a:bodyPr vert="horz" lIns="96098" tIns="48049" rIns="96098" bIns="48049" rtlCol="0" anchor="b"/>
          <a:lstStyle>
            <a:lvl1pPr algn="r">
              <a:defRPr sz="1200"/>
            </a:lvl1pPr>
          </a:lstStyle>
          <a:p>
            <a:fld id="{424962B5-9F41-47FF-91A5-4CD1C3045A54}" type="slidenum">
              <a:rPr lang="en-US" smtClean="0"/>
              <a:t>‹#›</a:t>
            </a:fld>
            <a:endParaRPr lang="en-US"/>
          </a:p>
        </p:txBody>
      </p:sp>
    </p:spTree>
    <p:extLst>
      <p:ext uri="{BB962C8B-B14F-4D97-AF65-F5344CB8AC3E}">
        <p14:creationId xmlns:p14="http://schemas.microsoft.com/office/powerpoint/2010/main" val="1388404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Curriculum Development Orchestrator (CDO) and sub agents developed in AWS quick, AWS quick prompted to develop guidelines for the CDO to run in the GENAI environment. CDO deployed in GENAI environment in limited capability until such time that agent orchestration is available.</a:t>
            </a:r>
          </a:p>
        </p:txBody>
      </p:sp>
      <p:sp>
        <p:nvSpPr>
          <p:cNvPr id="4" name="Slide Number Placeholder 3"/>
          <p:cNvSpPr>
            <a:spLocks noGrp="1"/>
          </p:cNvSpPr>
          <p:nvPr>
            <p:ph type="sldNum" sz="quarter" idx="5"/>
          </p:nvPr>
        </p:nvSpPr>
        <p:spPr/>
        <p:txBody>
          <a:bodyPr/>
          <a:lstStyle/>
          <a:p>
            <a:fld id="{424962B5-9F41-47FF-91A5-4CD1C3045A54}" type="slidenum">
              <a:rPr lang="en-US" smtClean="0"/>
              <a:t>2</a:t>
            </a:fld>
            <a:endParaRPr lang="en-US"/>
          </a:p>
        </p:txBody>
      </p:sp>
    </p:spTree>
    <p:extLst>
      <p:ext uri="{BB962C8B-B14F-4D97-AF65-F5344CB8AC3E}">
        <p14:creationId xmlns:p14="http://schemas.microsoft.com/office/powerpoint/2010/main" val="38738906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4"/>
          <p:cNvSpPr/>
          <p:nvPr userDrawn="1"/>
        </p:nvSpPr>
        <p:spPr>
          <a:xfrm>
            <a:off x="11696700" y="6570664"/>
            <a:ext cx="406400" cy="2492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Times New Roman" panose="02020603050405020304" pitchFamily="18" charset="0"/>
              <a:cs typeface="Times New Roman" panose="02020603050405020304" pitchFamily="18" charset="0"/>
            </a:endParaRPr>
          </a:p>
        </p:txBody>
      </p:sp>
      <p:sp>
        <p:nvSpPr>
          <p:cNvPr id="13" name="Title 1"/>
          <p:cNvSpPr>
            <a:spLocks noGrp="1"/>
          </p:cNvSpPr>
          <p:nvPr>
            <p:ph type="title" hasCustomPrompt="1"/>
          </p:nvPr>
        </p:nvSpPr>
        <p:spPr>
          <a:xfrm>
            <a:off x="3370221" y="1438275"/>
            <a:ext cx="7805780" cy="933450"/>
          </a:xfrm>
        </p:spPr>
        <p:txBody>
          <a:bodyPr/>
          <a:lstStyle>
            <a:lvl1pPr>
              <a:defRPr baseline="0">
                <a:latin typeface="Times New Roman" panose="02020603050405020304" pitchFamily="18" charset="0"/>
                <a:cs typeface="Times New Roman" panose="02020603050405020304" pitchFamily="18" charset="0"/>
              </a:defRPr>
            </a:lvl1pPr>
          </a:lstStyle>
          <a:p>
            <a:r>
              <a:rPr lang="en-US"/>
              <a:t>Title: Click to edit </a:t>
            </a:r>
          </a:p>
        </p:txBody>
      </p:sp>
      <p:sp>
        <p:nvSpPr>
          <p:cNvPr id="19" name="Text Placeholder 5"/>
          <p:cNvSpPr>
            <a:spLocks noGrp="1"/>
          </p:cNvSpPr>
          <p:nvPr>
            <p:ph type="body" sz="quarter" idx="10" hasCustomPrompt="1"/>
          </p:nvPr>
        </p:nvSpPr>
        <p:spPr>
          <a:xfrm>
            <a:off x="3689179" y="3074987"/>
            <a:ext cx="7315200" cy="685800"/>
          </a:xfrm>
        </p:spPr>
        <p:txBody>
          <a:bodyPr>
            <a:noAutofit/>
          </a:bodyPr>
          <a:lstStyle>
            <a:lvl1pPr marL="0" indent="0" algn="ctr">
              <a:buNone/>
              <a:defRPr sz="3200" b="1">
                <a:latin typeface="Times New Roman" panose="02020603050405020304" pitchFamily="18" charset="0"/>
                <a:cs typeface="Times New Roman" panose="02020603050405020304" pitchFamily="18" charset="0"/>
              </a:defRPr>
            </a:lvl1pPr>
          </a:lstStyle>
          <a:p>
            <a:pPr lvl="0"/>
            <a:r>
              <a:rPr lang="en-US"/>
              <a:t>Briefer: Click to edit </a:t>
            </a:r>
          </a:p>
        </p:txBody>
      </p:sp>
      <p:sp>
        <p:nvSpPr>
          <p:cNvPr id="21" name="Text Placeholder 5"/>
          <p:cNvSpPr>
            <a:spLocks noGrp="1"/>
          </p:cNvSpPr>
          <p:nvPr>
            <p:ph type="body" sz="quarter" idx="12" hasCustomPrompt="1"/>
          </p:nvPr>
        </p:nvSpPr>
        <p:spPr>
          <a:xfrm>
            <a:off x="4783909" y="4464049"/>
            <a:ext cx="4978400" cy="533400"/>
          </a:xfrm>
        </p:spPr>
        <p:txBody>
          <a:bodyPr>
            <a:normAutofit/>
          </a:bodyPr>
          <a:lstStyle>
            <a:lvl1pPr marL="0" indent="0" algn="ctr">
              <a:buNone/>
              <a:defRPr sz="1800">
                <a:latin typeface="Times New Roman" panose="02020603050405020304" pitchFamily="18" charset="0"/>
                <a:cs typeface="Times New Roman" panose="02020603050405020304" pitchFamily="18" charset="0"/>
              </a:defRPr>
            </a:lvl1pPr>
          </a:lstStyle>
          <a:p>
            <a:pPr lvl="0"/>
            <a:r>
              <a:rPr lang="en-US"/>
              <a:t>Date: Click to edit (23 Feb 2016)</a:t>
            </a:r>
          </a:p>
        </p:txBody>
      </p:sp>
      <p:sp>
        <p:nvSpPr>
          <p:cNvPr id="23" name="Text Placeholder 5"/>
          <p:cNvSpPr>
            <a:spLocks noGrp="1"/>
          </p:cNvSpPr>
          <p:nvPr>
            <p:ph type="body" sz="quarter" idx="14" hasCustomPrompt="1"/>
          </p:nvPr>
        </p:nvSpPr>
        <p:spPr>
          <a:xfrm>
            <a:off x="2813195" y="5487988"/>
            <a:ext cx="2876405" cy="961656"/>
          </a:xfrm>
        </p:spPr>
        <p:txBody>
          <a:bodyPr>
            <a:normAutofit/>
          </a:bodyPr>
          <a:lstStyle>
            <a:lvl1pPr marL="0" indent="0" algn="l">
              <a:buNone/>
              <a:defRPr sz="1000" baseline="0">
                <a:latin typeface="Times New Roman" panose="02020603050405020304" pitchFamily="18" charset="0"/>
                <a:cs typeface="Times New Roman" panose="02020603050405020304" pitchFamily="18" charset="0"/>
              </a:defRPr>
            </a:lvl1pPr>
          </a:lstStyle>
          <a:p>
            <a:pPr lvl="0"/>
            <a:r>
              <a:rPr lang="en-US"/>
              <a:t>Controlled By: Command Name</a:t>
            </a:r>
          </a:p>
          <a:p>
            <a:pPr lvl="0"/>
            <a:r>
              <a:rPr lang="en-US"/>
              <a:t>Controlled By: Owner name</a:t>
            </a:r>
          </a:p>
          <a:p>
            <a:pPr lvl="0"/>
            <a:r>
              <a:rPr lang="en-US"/>
              <a:t>Phone: Phone number</a:t>
            </a:r>
          </a:p>
          <a:p>
            <a:pPr lvl="0"/>
            <a:r>
              <a:rPr lang="en-US"/>
              <a:t>Email: Email address</a:t>
            </a:r>
          </a:p>
        </p:txBody>
      </p:sp>
      <p:sp>
        <p:nvSpPr>
          <p:cNvPr id="24" name="Text Placeholder 5"/>
          <p:cNvSpPr>
            <a:spLocks noGrp="1"/>
          </p:cNvSpPr>
          <p:nvPr>
            <p:ph type="body" sz="quarter" idx="15" hasCustomPrompt="1"/>
          </p:nvPr>
        </p:nvSpPr>
        <p:spPr>
          <a:xfrm>
            <a:off x="506656" y="5789644"/>
            <a:ext cx="1645804" cy="358343"/>
          </a:xfrm>
        </p:spPr>
        <p:txBody>
          <a:bodyPr>
            <a:normAutofit/>
          </a:bodyPr>
          <a:lstStyle>
            <a:lvl1pPr marL="0" indent="0" algn="ctr">
              <a:buNone/>
              <a:defRPr sz="1000">
                <a:latin typeface="Times New Roman" panose="02020603050405020304" pitchFamily="18" charset="0"/>
                <a:cs typeface="Times New Roman" panose="02020603050405020304" pitchFamily="18" charset="0"/>
              </a:defRPr>
            </a:lvl1pPr>
          </a:lstStyle>
          <a:p>
            <a:pPr lvl="0"/>
            <a:r>
              <a:rPr lang="en-US"/>
              <a:t>Version: Click to edit Master text</a:t>
            </a:r>
          </a:p>
        </p:txBody>
      </p:sp>
      <p:sp>
        <p:nvSpPr>
          <p:cNvPr id="16" name="Text Placeholder 5"/>
          <p:cNvSpPr>
            <a:spLocks noGrp="1"/>
          </p:cNvSpPr>
          <p:nvPr>
            <p:ph type="body" sz="quarter" idx="16" hasCustomPrompt="1"/>
          </p:nvPr>
        </p:nvSpPr>
        <p:spPr>
          <a:xfrm>
            <a:off x="6003109" y="6570663"/>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grpSp>
        <p:nvGrpSpPr>
          <p:cNvPr id="7" name="Group 6">
            <a:extLst>
              <a:ext uri="{FF2B5EF4-FFF2-40B4-BE49-F238E27FC236}">
                <a16:creationId xmlns:a16="http://schemas.microsoft.com/office/drawing/2014/main" id="{176496AB-8854-F0EE-EFBC-666823B585C9}"/>
              </a:ext>
            </a:extLst>
          </p:cNvPr>
          <p:cNvGrpSpPr/>
          <p:nvPr userDrawn="1"/>
        </p:nvGrpSpPr>
        <p:grpSpPr>
          <a:xfrm>
            <a:off x="125343" y="-11113"/>
            <a:ext cx="2408431" cy="6869113"/>
            <a:chOff x="125343" y="-11113"/>
            <a:chExt cx="2408431" cy="6869113"/>
          </a:xfrm>
          <a:effectLst>
            <a:outerShdw blurRad="50800" dist="38100" dir="2700000" algn="tl" rotWithShape="0">
              <a:prstClr val="black">
                <a:alpha val="40000"/>
              </a:prstClr>
            </a:outerShdw>
          </a:effectLst>
        </p:grpSpPr>
        <p:sp>
          <p:nvSpPr>
            <p:cNvPr id="6" name="Rectangle 5">
              <a:extLst>
                <a:ext uri="{FF2B5EF4-FFF2-40B4-BE49-F238E27FC236}">
                  <a16:creationId xmlns:a16="http://schemas.microsoft.com/office/drawing/2014/main" id="{33190F1E-F948-962D-E73D-AA2F4C15F691}"/>
                </a:ext>
              </a:extLst>
            </p:cNvPr>
            <p:cNvSpPr/>
            <p:nvPr userDrawn="1"/>
          </p:nvSpPr>
          <p:spPr>
            <a:xfrm>
              <a:off x="506656" y="-11113"/>
              <a:ext cx="1645804" cy="6869113"/>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5343" y="1449757"/>
              <a:ext cx="2408431" cy="2434487"/>
            </a:xfrm>
            <a:prstGeom prst="rect">
              <a:avLst/>
            </a:prstGeom>
          </p:spPr>
        </p:pic>
      </p:grpSp>
      <p:sp>
        <p:nvSpPr>
          <p:cNvPr id="15" name="Text Placeholder 5"/>
          <p:cNvSpPr>
            <a:spLocks noGrp="1"/>
          </p:cNvSpPr>
          <p:nvPr>
            <p:ph type="body" sz="quarter" idx="17" hasCustomPrompt="1"/>
          </p:nvPr>
        </p:nvSpPr>
        <p:spPr>
          <a:xfrm>
            <a:off x="6003109" y="38100"/>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Tree>
    <p:extLst>
      <p:ext uri="{BB962C8B-B14F-4D97-AF65-F5344CB8AC3E}">
        <p14:creationId xmlns:p14="http://schemas.microsoft.com/office/powerpoint/2010/main" val="6835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vert="horz" lIns="91440" tIns="45720" rIns="91440" bIns="45720" rtlCol="0">
            <a:normAutofit/>
          </a:bodyPr>
          <a:lstStyle>
            <a:lvl1pPr>
              <a:defRPr lang="en-US"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p:cNvSpPr txBox="1"/>
          <p:nvPr userDrawn="1"/>
        </p:nvSpPr>
        <p:spPr>
          <a:xfrm>
            <a:off x="11074400" y="6334125"/>
            <a:ext cx="466794" cy="369332"/>
          </a:xfrm>
          <a:prstGeom prst="rect">
            <a:avLst/>
          </a:prstGeom>
          <a:noFill/>
        </p:spPr>
        <p:txBody>
          <a:bodyPr wrap="none" rtlCol="0">
            <a:spAutoFit/>
          </a:bodyPr>
          <a:lstStyle/>
          <a:p>
            <a:fld id="{E842E421-0585-466A-85EA-05534BF8313E}" type="slidenum">
              <a:rPr lang="en-US" sz="1800" smtClean="0">
                <a:latin typeface="+mn-lt"/>
                <a:cs typeface="Times New Roman" panose="02020603050405020304" pitchFamily="18" charset="0"/>
              </a:rPr>
              <a:t>‹#›</a:t>
            </a:fld>
            <a:endParaRPr lang="en-US" sz="1800" dirty="0">
              <a:latin typeface="+mn-lt"/>
              <a:cs typeface="Times New Roman" panose="02020603050405020304" pitchFamily="18" charset="0"/>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413" y="38891"/>
            <a:ext cx="952388" cy="951337"/>
          </a:xfrm>
          <a:prstGeom prst="rect">
            <a:avLst/>
          </a:prstGeom>
        </p:spPr>
      </p:pic>
      <p:sp>
        <p:nvSpPr>
          <p:cNvPr id="5" name="Rectangle 4">
            <a:extLst>
              <a:ext uri="{FF2B5EF4-FFF2-40B4-BE49-F238E27FC236}">
                <a16:creationId xmlns:a16="http://schemas.microsoft.com/office/drawing/2014/main" id="{982B4117-D49C-DCC2-DEE5-055CF925F24D}"/>
              </a:ext>
            </a:extLst>
          </p:cNvPr>
          <p:cNvSpPr/>
          <p:nvPr userDrawn="1"/>
        </p:nvSpPr>
        <p:spPr>
          <a:xfrm>
            <a:off x="0" y="1027650"/>
            <a:ext cx="12192000" cy="93195"/>
          </a:xfrm>
          <a:prstGeom prst="rect">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 Placeholder 5">
            <a:extLst>
              <a:ext uri="{FF2B5EF4-FFF2-40B4-BE49-F238E27FC236}">
                <a16:creationId xmlns:a16="http://schemas.microsoft.com/office/drawing/2014/main" id="{D2177A35-79E7-98BB-22BC-C61188533067}"/>
              </a:ext>
            </a:extLst>
          </p:cNvPr>
          <p:cNvSpPr>
            <a:spLocks noGrp="1"/>
          </p:cNvSpPr>
          <p:nvPr>
            <p:ph type="body" sz="quarter" idx="16" hasCustomPrompt="1"/>
          </p:nvPr>
        </p:nvSpPr>
        <p:spPr>
          <a:xfrm>
            <a:off x="4826000" y="6570663"/>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8" name="Text Placeholder 5">
            <a:extLst>
              <a:ext uri="{FF2B5EF4-FFF2-40B4-BE49-F238E27FC236}">
                <a16:creationId xmlns:a16="http://schemas.microsoft.com/office/drawing/2014/main" id="{D14BFC82-FC6C-CEA4-2247-E51D207F5888}"/>
              </a:ext>
            </a:extLst>
          </p:cNvPr>
          <p:cNvSpPr>
            <a:spLocks noGrp="1"/>
          </p:cNvSpPr>
          <p:nvPr>
            <p:ph type="body" sz="quarter" idx="17" hasCustomPrompt="1"/>
          </p:nvPr>
        </p:nvSpPr>
        <p:spPr>
          <a:xfrm>
            <a:off x="4826000" y="14775"/>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Tree>
    <p:extLst>
      <p:ext uri="{BB962C8B-B14F-4D97-AF65-F5344CB8AC3E}">
        <p14:creationId xmlns:p14="http://schemas.microsoft.com/office/powerpoint/2010/main" val="2848456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295400"/>
            <a:ext cx="5384800" cy="4525963"/>
          </a:xfrm>
        </p:spPr>
        <p:txBody>
          <a:bodyPr vert="horz" lIns="91440" tIns="45720" rIns="91440" bIns="45720" rtlCol="0">
            <a:normAutofit/>
          </a:bodyPr>
          <a:lstStyle>
            <a:lvl1pPr>
              <a:defRPr lang="en-US" dirty="0" smtClean="0">
                <a:latin typeface="Times New Roman" panose="02020603050405020304" pitchFamily="18" charset="0"/>
                <a:cs typeface="Times New Roman" panose="02020603050405020304" pitchFamily="18" charset="0"/>
              </a:defRPr>
            </a:lvl1pPr>
            <a:lvl2pPr>
              <a:defRPr lang="en-US" dirty="0" smtClean="0">
                <a:latin typeface="Times New Roman" panose="02020603050405020304" pitchFamily="18" charset="0"/>
                <a:cs typeface="Times New Roman" panose="02020603050405020304" pitchFamily="18" charset="0"/>
              </a:defRPr>
            </a:lvl2pPr>
            <a:lvl3pPr>
              <a:defRPr lang="en-US" dirty="0" smtClean="0">
                <a:latin typeface="Times New Roman" panose="02020603050405020304" pitchFamily="18" charset="0"/>
                <a:cs typeface="Times New Roman" panose="02020603050405020304" pitchFamily="18" charset="0"/>
              </a:defRPr>
            </a:lvl3pPr>
            <a:lvl4pPr>
              <a:defRPr lang="en-US" dirty="0" smtClean="0">
                <a:latin typeface="Times New Roman" panose="02020603050405020304" pitchFamily="18" charset="0"/>
                <a:cs typeface="Times New Roman" panose="02020603050405020304" pitchFamily="18" charset="0"/>
              </a:defRPr>
            </a:lvl4pPr>
            <a:lvl5pPr>
              <a:defRPr lang="en-US" dirty="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0"/>
            <a:ext cx="5384800" cy="4525963"/>
          </a:xfrm>
        </p:spPr>
        <p:txBody>
          <a:bodyPr vert="horz" lIns="91440" tIns="45720" rIns="91440" bIns="45720" rtlCol="0">
            <a:normAutofit/>
          </a:bodyPr>
          <a:lstStyle>
            <a:lvl1pPr>
              <a:defRPr lang="en-US"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p:cNvSpPr txBox="1"/>
          <p:nvPr userDrawn="1"/>
        </p:nvSpPr>
        <p:spPr>
          <a:xfrm>
            <a:off x="11074400" y="6334125"/>
            <a:ext cx="453970" cy="369332"/>
          </a:xfrm>
          <a:prstGeom prst="rect">
            <a:avLst/>
          </a:prstGeom>
          <a:noFill/>
        </p:spPr>
        <p:txBody>
          <a:bodyPr wrap="none" rtlCol="0">
            <a:spAutoFit/>
          </a:bodyPr>
          <a:lstStyle/>
          <a:p>
            <a:fld id="{E842E421-0585-466A-85EA-05534BF8313E}" type="slidenum">
              <a:rPr lang="en-US" sz="1800" smtClean="0">
                <a:latin typeface="Times New Roman" panose="02020603050405020304" pitchFamily="18" charset="0"/>
                <a:cs typeface="Times New Roman" panose="02020603050405020304" pitchFamily="18" charset="0"/>
              </a:rPr>
              <a:t>‹#›</a:t>
            </a:fld>
            <a:endParaRPr lang="en-US" sz="18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D37800F-1FF7-24ED-8C85-75517E46BD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413" y="38891"/>
            <a:ext cx="952388" cy="951337"/>
          </a:xfrm>
          <a:prstGeom prst="rect">
            <a:avLst/>
          </a:prstGeom>
        </p:spPr>
      </p:pic>
      <p:sp>
        <p:nvSpPr>
          <p:cNvPr id="8" name="Text Placeholder 5">
            <a:extLst>
              <a:ext uri="{FF2B5EF4-FFF2-40B4-BE49-F238E27FC236}">
                <a16:creationId xmlns:a16="http://schemas.microsoft.com/office/drawing/2014/main" id="{8632C41D-BD06-93E2-5FC5-F4F745C35F8D}"/>
              </a:ext>
            </a:extLst>
          </p:cNvPr>
          <p:cNvSpPr>
            <a:spLocks noGrp="1"/>
          </p:cNvSpPr>
          <p:nvPr>
            <p:ph type="body" sz="quarter" idx="16" hasCustomPrompt="1"/>
          </p:nvPr>
        </p:nvSpPr>
        <p:spPr>
          <a:xfrm>
            <a:off x="4826000" y="6570663"/>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9" name="Text Placeholder 5">
            <a:extLst>
              <a:ext uri="{FF2B5EF4-FFF2-40B4-BE49-F238E27FC236}">
                <a16:creationId xmlns:a16="http://schemas.microsoft.com/office/drawing/2014/main" id="{A3AD463D-F61B-6979-4F49-0EA9C4ACB04F}"/>
              </a:ext>
            </a:extLst>
          </p:cNvPr>
          <p:cNvSpPr>
            <a:spLocks noGrp="1"/>
          </p:cNvSpPr>
          <p:nvPr>
            <p:ph type="body" sz="quarter" idx="17" hasCustomPrompt="1"/>
          </p:nvPr>
        </p:nvSpPr>
        <p:spPr>
          <a:xfrm>
            <a:off x="4826000" y="14775"/>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10" name="Rectangle 9">
            <a:extLst>
              <a:ext uri="{FF2B5EF4-FFF2-40B4-BE49-F238E27FC236}">
                <a16:creationId xmlns:a16="http://schemas.microsoft.com/office/drawing/2014/main" id="{4EB240FF-0740-28C6-A98E-BA361D1691DA}"/>
              </a:ext>
            </a:extLst>
          </p:cNvPr>
          <p:cNvSpPr/>
          <p:nvPr userDrawn="1"/>
        </p:nvSpPr>
        <p:spPr>
          <a:xfrm>
            <a:off x="0" y="1027650"/>
            <a:ext cx="12192000" cy="93195"/>
          </a:xfrm>
          <a:prstGeom prst="rect">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97807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295400"/>
            <a:ext cx="5386917" cy="639762"/>
          </a:xfrm>
        </p:spPr>
        <p:txBody>
          <a:bodyPr anchor="ctr"/>
          <a:lstStyle>
            <a:lvl1pPr marL="0" indent="0" algn="ctr">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935162"/>
            <a:ext cx="5386917" cy="3951288"/>
          </a:xfrm>
        </p:spPr>
        <p:txBody>
          <a:bodyPr vert="horz" lIns="91440" tIns="45720" rIns="91440" bIns="45720" rtlCol="0">
            <a:normAutofit/>
          </a:bodyPr>
          <a:lstStyle>
            <a:lvl1pPr>
              <a:defRPr lang="en-US" dirty="0" smtClean="0">
                <a:latin typeface="Times New Roman" panose="02020603050405020304" pitchFamily="18" charset="0"/>
                <a:cs typeface="Times New Roman" panose="02020603050405020304" pitchFamily="18" charset="0"/>
              </a:defRPr>
            </a:lvl1pPr>
            <a:lvl2pPr>
              <a:defRPr lang="en-US" dirty="0" smtClean="0">
                <a:latin typeface="Times New Roman" panose="02020603050405020304" pitchFamily="18" charset="0"/>
                <a:cs typeface="Times New Roman" panose="02020603050405020304" pitchFamily="18" charset="0"/>
              </a:defRPr>
            </a:lvl2pPr>
            <a:lvl3pPr>
              <a:defRPr lang="en-US" dirty="0" smtClean="0">
                <a:latin typeface="Times New Roman" panose="02020603050405020304" pitchFamily="18" charset="0"/>
                <a:cs typeface="Times New Roman" panose="02020603050405020304" pitchFamily="18" charset="0"/>
              </a:defRPr>
            </a:lvl3pPr>
            <a:lvl4pPr>
              <a:defRPr lang="en-US" dirty="0" smtClean="0">
                <a:latin typeface="Times New Roman" panose="02020603050405020304" pitchFamily="18" charset="0"/>
                <a:cs typeface="Times New Roman" panose="02020603050405020304" pitchFamily="18" charset="0"/>
              </a:defRPr>
            </a:lvl4pPr>
            <a:lvl5pPr>
              <a:defRPr lang="en-US" dirty="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295400"/>
            <a:ext cx="5389033" cy="639762"/>
          </a:xfrm>
        </p:spPr>
        <p:txBody>
          <a:bodyPr anchor="ctr"/>
          <a:lstStyle>
            <a:lvl1pPr marL="0" indent="0" algn="ctr">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935162"/>
            <a:ext cx="5389033" cy="3951288"/>
          </a:xfrm>
        </p:spPr>
        <p:txBody>
          <a:bodyPr vert="horz" lIns="91440" tIns="45720" rIns="91440" bIns="45720" rtlCol="0">
            <a:normAutofit/>
          </a:bodyPr>
          <a:lstStyle>
            <a:lvl1pPr>
              <a:defRPr lang="en-US"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11074400" y="6334125"/>
            <a:ext cx="453970" cy="369332"/>
          </a:xfrm>
          <a:prstGeom prst="rect">
            <a:avLst/>
          </a:prstGeom>
          <a:noFill/>
        </p:spPr>
        <p:txBody>
          <a:bodyPr wrap="none" rtlCol="0">
            <a:spAutoFit/>
          </a:bodyPr>
          <a:lstStyle/>
          <a:p>
            <a:fld id="{E842E421-0585-466A-85EA-05534BF8313E}" type="slidenum">
              <a:rPr lang="en-US" sz="1800" smtClean="0">
                <a:latin typeface="Times New Roman" panose="02020603050405020304" pitchFamily="18" charset="0"/>
                <a:cs typeface="Times New Roman" panose="02020603050405020304" pitchFamily="18" charset="0"/>
              </a:rPr>
              <a:t>‹#›</a:t>
            </a:fld>
            <a:endParaRPr lang="en-US" sz="18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9B5A4FD-BFDC-0D94-6844-6DD06E2BA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413" y="38891"/>
            <a:ext cx="952388" cy="951337"/>
          </a:xfrm>
          <a:prstGeom prst="rect">
            <a:avLst/>
          </a:prstGeom>
        </p:spPr>
      </p:pic>
      <p:sp>
        <p:nvSpPr>
          <p:cNvPr id="10" name="Text Placeholder 5">
            <a:extLst>
              <a:ext uri="{FF2B5EF4-FFF2-40B4-BE49-F238E27FC236}">
                <a16:creationId xmlns:a16="http://schemas.microsoft.com/office/drawing/2014/main" id="{BC3E85DC-27A8-AE7E-B2F4-A8769DA10F74}"/>
              </a:ext>
            </a:extLst>
          </p:cNvPr>
          <p:cNvSpPr>
            <a:spLocks noGrp="1"/>
          </p:cNvSpPr>
          <p:nvPr>
            <p:ph type="body" sz="quarter" idx="16" hasCustomPrompt="1"/>
          </p:nvPr>
        </p:nvSpPr>
        <p:spPr>
          <a:xfrm>
            <a:off x="4826000" y="6570663"/>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11" name="Text Placeholder 5">
            <a:extLst>
              <a:ext uri="{FF2B5EF4-FFF2-40B4-BE49-F238E27FC236}">
                <a16:creationId xmlns:a16="http://schemas.microsoft.com/office/drawing/2014/main" id="{ABA17B9C-AD0C-9C19-1548-1E75E0F6A4F1}"/>
              </a:ext>
            </a:extLst>
          </p:cNvPr>
          <p:cNvSpPr>
            <a:spLocks noGrp="1"/>
          </p:cNvSpPr>
          <p:nvPr>
            <p:ph type="body" sz="quarter" idx="17" hasCustomPrompt="1"/>
          </p:nvPr>
        </p:nvSpPr>
        <p:spPr>
          <a:xfrm>
            <a:off x="4826000" y="14775"/>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12" name="Rectangle 11">
            <a:extLst>
              <a:ext uri="{FF2B5EF4-FFF2-40B4-BE49-F238E27FC236}">
                <a16:creationId xmlns:a16="http://schemas.microsoft.com/office/drawing/2014/main" id="{2044E4F6-81FF-E798-E95B-225ACBF4F04E}"/>
              </a:ext>
            </a:extLst>
          </p:cNvPr>
          <p:cNvSpPr/>
          <p:nvPr userDrawn="1"/>
        </p:nvSpPr>
        <p:spPr>
          <a:xfrm>
            <a:off x="0" y="1027650"/>
            <a:ext cx="12192000" cy="93195"/>
          </a:xfrm>
          <a:prstGeom prst="rect">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53856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Slide">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6057900" y="1371600"/>
            <a:ext cx="0" cy="487680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userDrawn="1"/>
        </p:nvCxnSpPr>
        <p:spPr>
          <a:xfrm>
            <a:off x="431801" y="3810000"/>
            <a:ext cx="1125219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 Placeholder 2"/>
          <p:cNvSpPr>
            <a:spLocks noGrp="1"/>
          </p:cNvSpPr>
          <p:nvPr>
            <p:ph type="body" idx="1"/>
          </p:nvPr>
        </p:nvSpPr>
        <p:spPr>
          <a:xfrm rot="10800000" flipV="1">
            <a:off x="431801" y="1371600"/>
            <a:ext cx="5486400" cy="495298"/>
          </a:xfrm>
        </p:spPr>
        <p:txBody>
          <a:bodyPr anchor="ctr"/>
          <a:lstStyle>
            <a:lvl1pPr marL="0" indent="0" algn="ctr">
              <a:buNone/>
              <a:defRPr sz="18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2"/>
          </p:nvPr>
        </p:nvSpPr>
        <p:spPr>
          <a:xfrm rot="10800000" flipV="1">
            <a:off x="431801" y="1905000"/>
            <a:ext cx="5486400" cy="1866900"/>
          </a:xfrm>
        </p:spPr>
        <p:txBody>
          <a:bodyPr vert="horz" lIns="91440" tIns="45720" rIns="91440" bIns="45720" rtlCol="0">
            <a:normAutofit/>
          </a:bodyPr>
          <a:lstStyle>
            <a:lvl1pPr>
              <a:defRPr lang="en-US" sz="2000" dirty="0" smtClean="0">
                <a:latin typeface="Times New Roman" panose="02020603050405020304" pitchFamily="18" charset="0"/>
                <a:cs typeface="Times New Roman" panose="02020603050405020304" pitchFamily="18" charset="0"/>
              </a:defRPr>
            </a:lvl1pPr>
            <a:lvl2pPr>
              <a:defRPr lang="en-US" sz="1800" dirty="0" smtClean="0">
                <a:latin typeface="Times New Roman" panose="02020603050405020304" pitchFamily="18" charset="0"/>
                <a:cs typeface="Times New Roman" panose="02020603050405020304" pitchFamily="18" charset="0"/>
              </a:defRPr>
            </a:lvl2pPr>
            <a:lvl3pPr>
              <a:defRPr lang="en-US" sz="1600" dirty="0" smtClean="0">
                <a:latin typeface="Times New Roman" panose="02020603050405020304" pitchFamily="18" charset="0"/>
                <a:cs typeface="Times New Roman" panose="02020603050405020304" pitchFamily="18" charset="0"/>
              </a:defRPr>
            </a:lvl3pPr>
            <a:lvl4pPr>
              <a:defRPr lang="en-US" sz="1400" dirty="0" smtClean="0">
                <a:latin typeface="Times New Roman" panose="02020603050405020304" pitchFamily="18" charset="0"/>
                <a:cs typeface="Times New Roman" panose="02020603050405020304" pitchFamily="18" charset="0"/>
              </a:defRPr>
            </a:lvl4pPr>
            <a:lvl5pPr>
              <a:defRPr lang="en-US" sz="1200" dirty="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p:cNvSpPr>
            <a:spLocks noGrp="1"/>
          </p:cNvSpPr>
          <p:nvPr>
            <p:ph type="body" idx="10"/>
          </p:nvPr>
        </p:nvSpPr>
        <p:spPr>
          <a:xfrm rot="10800000" flipV="1">
            <a:off x="406401" y="3886200"/>
            <a:ext cx="5486400" cy="495298"/>
          </a:xfrm>
        </p:spPr>
        <p:txBody>
          <a:bodyPr anchor="ctr"/>
          <a:lstStyle>
            <a:lvl1pPr marL="0" indent="0" algn="ctr">
              <a:buNone/>
              <a:defRPr sz="18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3"/>
          <p:cNvSpPr>
            <a:spLocks noGrp="1"/>
          </p:cNvSpPr>
          <p:nvPr>
            <p:ph sz="half" idx="11"/>
          </p:nvPr>
        </p:nvSpPr>
        <p:spPr>
          <a:xfrm rot="10800000" flipV="1">
            <a:off x="406401" y="4419600"/>
            <a:ext cx="5486400" cy="1828800"/>
          </a:xfrm>
        </p:spPr>
        <p:txBody>
          <a:bodyPr vert="horz" lIns="91440" tIns="45720" rIns="91440" bIns="45720" rtlCol="0">
            <a:normAutofit/>
          </a:bodyPr>
          <a:lstStyle>
            <a:lvl1pPr>
              <a:defRPr lang="en-US" sz="2000" dirty="0">
                <a:latin typeface="Times New Roman" panose="02020603050405020304" pitchFamily="18" charset="0"/>
                <a:cs typeface="Times New Roman" panose="02020603050405020304" pitchFamily="18" charset="0"/>
              </a:defRPr>
            </a:lvl1pPr>
          </a:lstStyle>
          <a:p>
            <a:pPr lvl="0"/>
            <a:r>
              <a:rPr lang="en-US"/>
              <a:t>Click to edit Master text styles</a:t>
            </a:r>
          </a:p>
        </p:txBody>
      </p:sp>
      <p:sp>
        <p:nvSpPr>
          <p:cNvPr id="16" name="Title 1"/>
          <p:cNvSpPr>
            <a:spLocks noGrp="1"/>
          </p:cNvSpPr>
          <p:nvPr>
            <p:ph type="title"/>
          </p:nvPr>
        </p:nvSpPr>
        <p:spPr>
          <a:xfrm>
            <a:off x="1524000" y="0"/>
            <a:ext cx="10058400" cy="909638"/>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17" name="Text Placeholder 2"/>
          <p:cNvSpPr>
            <a:spLocks noGrp="1"/>
          </p:cNvSpPr>
          <p:nvPr>
            <p:ph type="body" idx="12"/>
          </p:nvPr>
        </p:nvSpPr>
        <p:spPr>
          <a:xfrm rot="10800000" flipV="1">
            <a:off x="6197600" y="1371600"/>
            <a:ext cx="5486400" cy="495298"/>
          </a:xfrm>
        </p:spPr>
        <p:txBody>
          <a:bodyPr anchor="ctr"/>
          <a:lstStyle>
            <a:lvl1pPr marL="0" indent="0" algn="ctr">
              <a:buNone/>
              <a:defRPr sz="18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p:cNvSpPr>
            <a:spLocks noGrp="1"/>
          </p:cNvSpPr>
          <p:nvPr>
            <p:ph sz="half" idx="13"/>
          </p:nvPr>
        </p:nvSpPr>
        <p:spPr>
          <a:xfrm rot="10800000" flipV="1">
            <a:off x="6197600" y="1905000"/>
            <a:ext cx="5486400" cy="1866900"/>
          </a:xfrm>
        </p:spPr>
        <p:txBody>
          <a:bodyPr vert="horz" lIns="91440" tIns="45720" rIns="91440" bIns="45720" rtlCol="0">
            <a:normAutofit/>
          </a:bodyPr>
          <a:lstStyle>
            <a:lvl1pPr>
              <a:defRPr lang="en-US" sz="2000" dirty="0" smtClean="0">
                <a:latin typeface="Times New Roman" panose="02020603050405020304" pitchFamily="18" charset="0"/>
                <a:cs typeface="Times New Roman" panose="02020603050405020304" pitchFamily="18" charset="0"/>
              </a:defRPr>
            </a:lvl1pPr>
            <a:lvl2pPr>
              <a:defRPr lang="en-US" sz="1800" dirty="0" smtClean="0">
                <a:latin typeface="Times New Roman" panose="02020603050405020304" pitchFamily="18" charset="0"/>
                <a:cs typeface="Times New Roman" panose="02020603050405020304" pitchFamily="18" charset="0"/>
              </a:defRPr>
            </a:lvl2pPr>
            <a:lvl3pPr>
              <a:defRPr lang="en-US" sz="1600" dirty="0" smtClean="0">
                <a:latin typeface="Times New Roman" panose="02020603050405020304" pitchFamily="18" charset="0"/>
                <a:cs typeface="Times New Roman" panose="02020603050405020304" pitchFamily="18" charset="0"/>
              </a:defRPr>
            </a:lvl3pPr>
            <a:lvl4pPr>
              <a:defRPr lang="en-US" sz="1400" dirty="0" smtClean="0">
                <a:latin typeface="Times New Roman" panose="02020603050405020304" pitchFamily="18" charset="0"/>
                <a:cs typeface="Times New Roman" panose="02020603050405020304" pitchFamily="18" charset="0"/>
              </a:defRPr>
            </a:lvl4pPr>
            <a:lvl5pPr>
              <a:defRPr lang="en-US" sz="1200" dirty="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
          <p:cNvSpPr>
            <a:spLocks noGrp="1"/>
          </p:cNvSpPr>
          <p:nvPr>
            <p:ph type="body" idx="14"/>
          </p:nvPr>
        </p:nvSpPr>
        <p:spPr>
          <a:xfrm rot="10800000" flipV="1">
            <a:off x="6197600" y="3886200"/>
            <a:ext cx="5486400" cy="495298"/>
          </a:xfrm>
        </p:spPr>
        <p:txBody>
          <a:bodyPr anchor="ctr"/>
          <a:lstStyle>
            <a:lvl1pPr marL="0" indent="0" algn="ctr">
              <a:buNone/>
              <a:defRPr sz="18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p:cNvSpPr>
            <a:spLocks noGrp="1"/>
          </p:cNvSpPr>
          <p:nvPr>
            <p:ph sz="half" idx="15"/>
          </p:nvPr>
        </p:nvSpPr>
        <p:spPr>
          <a:xfrm rot="10800000" flipV="1">
            <a:off x="6197600" y="4419600"/>
            <a:ext cx="5486400" cy="1828800"/>
          </a:xfrm>
        </p:spPr>
        <p:txBody>
          <a:bodyPr vert="horz" lIns="91440" tIns="45720" rIns="91440" bIns="45720" rtlCol="0">
            <a:normAutofit/>
          </a:bodyPr>
          <a:lstStyle>
            <a:lvl1pPr>
              <a:defRPr lang="en-US" sz="2000" dirty="0" smtClean="0">
                <a:latin typeface="Times New Roman" panose="02020603050405020304" pitchFamily="18" charset="0"/>
                <a:cs typeface="Times New Roman" panose="02020603050405020304" pitchFamily="18" charset="0"/>
              </a:defRPr>
            </a:lvl1pPr>
            <a:lvl2pPr>
              <a:defRPr lang="en-US" sz="1800" dirty="0" smtClean="0">
                <a:latin typeface="Times New Roman" panose="02020603050405020304" pitchFamily="18" charset="0"/>
                <a:cs typeface="Times New Roman" panose="02020603050405020304" pitchFamily="18" charset="0"/>
              </a:defRPr>
            </a:lvl2pPr>
            <a:lvl3pPr>
              <a:defRPr lang="en-US" sz="1600" dirty="0" smtClean="0">
                <a:latin typeface="Times New Roman" panose="02020603050405020304" pitchFamily="18" charset="0"/>
                <a:cs typeface="Times New Roman" panose="02020603050405020304" pitchFamily="18" charset="0"/>
              </a:defRPr>
            </a:lvl3pPr>
            <a:lvl4pPr>
              <a:defRPr lang="en-US" sz="1400" dirty="0" smtClean="0">
                <a:latin typeface="Times New Roman" panose="02020603050405020304" pitchFamily="18" charset="0"/>
                <a:cs typeface="Times New Roman" panose="02020603050405020304" pitchFamily="18" charset="0"/>
              </a:defRPr>
            </a:lvl4pPr>
            <a:lvl5pPr>
              <a:defRPr lang="en-US" sz="1200" dirty="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Box 20"/>
          <p:cNvSpPr txBox="1"/>
          <p:nvPr userDrawn="1"/>
        </p:nvSpPr>
        <p:spPr>
          <a:xfrm>
            <a:off x="11074400" y="6334125"/>
            <a:ext cx="453970" cy="369332"/>
          </a:xfrm>
          <a:prstGeom prst="rect">
            <a:avLst/>
          </a:prstGeom>
          <a:noFill/>
        </p:spPr>
        <p:txBody>
          <a:bodyPr wrap="none" rtlCol="0">
            <a:spAutoFit/>
          </a:bodyPr>
          <a:lstStyle/>
          <a:p>
            <a:fld id="{E842E421-0585-466A-85EA-05534BF8313E}" type="slidenum">
              <a:rPr lang="en-US" sz="1800" smtClean="0">
                <a:latin typeface="Times New Roman" panose="02020603050405020304" pitchFamily="18" charset="0"/>
                <a:cs typeface="Times New Roman" panose="02020603050405020304" pitchFamily="18" charset="0"/>
              </a:rPr>
              <a:t>‹#›</a:t>
            </a:fld>
            <a:endParaRPr lang="en-US" sz="18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45A960C-4213-B503-56CA-B4FB67F8F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413" y="38891"/>
            <a:ext cx="952388" cy="951337"/>
          </a:xfrm>
          <a:prstGeom prst="rect">
            <a:avLst/>
          </a:prstGeom>
        </p:spPr>
      </p:pic>
      <p:sp>
        <p:nvSpPr>
          <p:cNvPr id="4" name="Text Placeholder 5">
            <a:extLst>
              <a:ext uri="{FF2B5EF4-FFF2-40B4-BE49-F238E27FC236}">
                <a16:creationId xmlns:a16="http://schemas.microsoft.com/office/drawing/2014/main" id="{00955CB6-B521-FC15-AE71-975859EB3716}"/>
              </a:ext>
            </a:extLst>
          </p:cNvPr>
          <p:cNvSpPr>
            <a:spLocks noGrp="1"/>
          </p:cNvSpPr>
          <p:nvPr>
            <p:ph type="body" sz="quarter" idx="16" hasCustomPrompt="1"/>
          </p:nvPr>
        </p:nvSpPr>
        <p:spPr>
          <a:xfrm>
            <a:off x="4826000" y="6570663"/>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5" name="Text Placeholder 5">
            <a:extLst>
              <a:ext uri="{FF2B5EF4-FFF2-40B4-BE49-F238E27FC236}">
                <a16:creationId xmlns:a16="http://schemas.microsoft.com/office/drawing/2014/main" id="{071E3A51-D6EB-3C51-B31E-20DBC15081C6}"/>
              </a:ext>
            </a:extLst>
          </p:cNvPr>
          <p:cNvSpPr>
            <a:spLocks noGrp="1"/>
          </p:cNvSpPr>
          <p:nvPr>
            <p:ph type="body" sz="quarter" idx="17" hasCustomPrompt="1"/>
          </p:nvPr>
        </p:nvSpPr>
        <p:spPr>
          <a:xfrm>
            <a:off x="4826000" y="14775"/>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6" name="Rectangle 5">
            <a:extLst>
              <a:ext uri="{FF2B5EF4-FFF2-40B4-BE49-F238E27FC236}">
                <a16:creationId xmlns:a16="http://schemas.microsoft.com/office/drawing/2014/main" id="{B96F4879-AE6A-024B-B830-58286FD826AE}"/>
              </a:ext>
            </a:extLst>
          </p:cNvPr>
          <p:cNvSpPr/>
          <p:nvPr userDrawn="1"/>
        </p:nvSpPr>
        <p:spPr>
          <a:xfrm>
            <a:off x="0" y="1027650"/>
            <a:ext cx="12192000" cy="93195"/>
          </a:xfrm>
          <a:prstGeom prst="rect">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03614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2895601"/>
            <a:ext cx="10363200" cy="1362075"/>
          </a:xfrm>
        </p:spPr>
        <p:txBody>
          <a:bodyPr anchor="t"/>
          <a:lstStyle>
            <a:lvl1pPr algn="ctr">
              <a:defRPr sz="4000" b="1" cap="a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Box 2"/>
          <p:cNvSpPr txBox="1"/>
          <p:nvPr userDrawn="1"/>
        </p:nvSpPr>
        <p:spPr>
          <a:xfrm>
            <a:off x="11074400" y="6334125"/>
            <a:ext cx="453970" cy="369332"/>
          </a:xfrm>
          <a:prstGeom prst="rect">
            <a:avLst/>
          </a:prstGeom>
          <a:noFill/>
        </p:spPr>
        <p:txBody>
          <a:bodyPr wrap="none" rtlCol="0">
            <a:spAutoFit/>
          </a:bodyPr>
          <a:lstStyle/>
          <a:p>
            <a:fld id="{E842E421-0585-466A-85EA-05534BF8313E}" type="slidenum">
              <a:rPr lang="en-US" sz="1800" smtClean="0">
                <a:latin typeface="Times New Roman" panose="02020603050405020304" pitchFamily="18" charset="0"/>
                <a:cs typeface="Times New Roman" panose="02020603050405020304" pitchFamily="18" charset="0"/>
              </a:rPr>
              <a:t>‹#›</a:t>
            </a:fld>
            <a:endParaRPr lang="en-US" sz="1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652420D-A007-7B05-48B4-745E7BB525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413" y="38891"/>
            <a:ext cx="952388" cy="951337"/>
          </a:xfrm>
          <a:prstGeom prst="rect">
            <a:avLst/>
          </a:prstGeom>
        </p:spPr>
      </p:pic>
      <p:sp>
        <p:nvSpPr>
          <p:cNvPr id="6" name="Text Placeholder 5">
            <a:extLst>
              <a:ext uri="{FF2B5EF4-FFF2-40B4-BE49-F238E27FC236}">
                <a16:creationId xmlns:a16="http://schemas.microsoft.com/office/drawing/2014/main" id="{F17A16A4-AC6A-3FB8-1257-D7936E0F0EEF}"/>
              </a:ext>
            </a:extLst>
          </p:cNvPr>
          <p:cNvSpPr>
            <a:spLocks noGrp="1"/>
          </p:cNvSpPr>
          <p:nvPr>
            <p:ph type="body" sz="quarter" idx="16" hasCustomPrompt="1"/>
          </p:nvPr>
        </p:nvSpPr>
        <p:spPr>
          <a:xfrm>
            <a:off x="4826000" y="6570663"/>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7" name="Text Placeholder 5">
            <a:extLst>
              <a:ext uri="{FF2B5EF4-FFF2-40B4-BE49-F238E27FC236}">
                <a16:creationId xmlns:a16="http://schemas.microsoft.com/office/drawing/2014/main" id="{AD62902B-BADC-8E5C-58EB-04432FB93D02}"/>
              </a:ext>
            </a:extLst>
          </p:cNvPr>
          <p:cNvSpPr>
            <a:spLocks noGrp="1"/>
          </p:cNvSpPr>
          <p:nvPr>
            <p:ph type="body" sz="quarter" idx="17" hasCustomPrompt="1"/>
          </p:nvPr>
        </p:nvSpPr>
        <p:spPr>
          <a:xfrm>
            <a:off x="4826000" y="14775"/>
            <a:ext cx="2540000" cy="249237"/>
          </a:xfrm>
        </p:spPr>
        <p:txBody>
          <a:bodyPr>
            <a:normAutofit/>
          </a:bodyPr>
          <a:lstStyle>
            <a:lvl1pPr marL="0" indent="0" algn="ctr">
              <a:buNone/>
              <a:defRPr sz="1000" baseline="0">
                <a:latin typeface="Times New Roman" panose="02020603050405020304" pitchFamily="18" charset="0"/>
                <a:cs typeface="Times New Roman" panose="02020603050405020304" pitchFamily="18" charset="0"/>
              </a:defRPr>
            </a:lvl1pPr>
          </a:lstStyle>
          <a:p>
            <a:pPr lvl="0"/>
            <a:r>
              <a:rPr lang="en-US"/>
              <a:t>Classification Marking</a:t>
            </a:r>
          </a:p>
        </p:txBody>
      </p:sp>
      <p:sp>
        <p:nvSpPr>
          <p:cNvPr id="8" name="Rectangle 7">
            <a:extLst>
              <a:ext uri="{FF2B5EF4-FFF2-40B4-BE49-F238E27FC236}">
                <a16:creationId xmlns:a16="http://schemas.microsoft.com/office/drawing/2014/main" id="{D5BB74FC-1423-6079-899F-B02559E1C885}"/>
              </a:ext>
            </a:extLst>
          </p:cNvPr>
          <p:cNvSpPr/>
          <p:nvPr userDrawn="1"/>
        </p:nvSpPr>
        <p:spPr>
          <a:xfrm>
            <a:off x="0" y="1027650"/>
            <a:ext cx="12192000" cy="93195"/>
          </a:xfrm>
          <a:prstGeom prst="rect">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25182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50476-C497-251D-4327-348512007E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F8E98B-1842-1F4B-3A07-E80FA4C913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378BE2-F43B-613A-8A43-6AE9B2DDB897}"/>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5" name="Footer Placeholder 4">
            <a:extLst>
              <a:ext uri="{FF2B5EF4-FFF2-40B4-BE49-F238E27FC236}">
                <a16:creationId xmlns:a16="http://schemas.microsoft.com/office/drawing/2014/main" id="{C3115957-B49F-0DFA-4976-37FC5C755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A230F-3452-5800-6319-B9341A1E8848}"/>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529617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7EC2-02DF-2586-ABD7-E205ED4237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50A78D-2736-7CEA-E196-4A08BFD169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CCE9C0-281D-335D-7F1E-6F03E9F621D7}"/>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5" name="Footer Placeholder 4">
            <a:extLst>
              <a:ext uri="{FF2B5EF4-FFF2-40B4-BE49-F238E27FC236}">
                <a16:creationId xmlns:a16="http://schemas.microsoft.com/office/drawing/2014/main" id="{2AC6461B-2B28-C394-2C4B-ADB7D75DB2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71924-E2ED-7634-4AB7-5C088AD6A5F8}"/>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439756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2B69A-BD4F-1CC3-1F22-2627FA90FB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5C4EBA-5218-6F33-D97E-6F916703AE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320EEB-68DF-BF72-FCB6-9C8775553804}"/>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5" name="Footer Placeholder 4">
            <a:extLst>
              <a:ext uri="{FF2B5EF4-FFF2-40B4-BE49-F238E27FC236}">
                <a16:creationId xmlns:a16="http://schemas.microsoft.com/office/drawing/2014/main" id="{D0FB10EC-1ECE-DD92-2869-FE890953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E97C66-2D2D-5441-B38F-9B49C17CF4CD}"/>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238159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C97B6-30DB-B7BC-6E86-2146B089A8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526452-E92E-86F9-87EE-32CB4FA9EF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9BC9E8-639E-8334-0245-4EE04D51A8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84CA85-6674-244C-3FE6-EE259E11BEF8}"/>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6" name="Footer Placeholder 5">
            <a:extLst>
              <a:ext uri="{FF2B5EF4-FFF2-40B4-BE49-F238E27FC236}">
                <a16:creationId xmlns:a16="http://schemas.microsoft.com/office/drawing/2014/main" id="{258AB9FD-DF4E-C9BC-676C-826AFC7081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D6AF79-E38C-81A6-68FC-2CD085ABCD4C}"/>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1549921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2932D-9FF0-072A-6690-9F92AF59C7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E4AC7A-FA0A-B476-4E99-2A59C5AD2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66735F-7ECB-457C-DE11-75DBFC61C7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BBB1A8-7237-26AC-D502-CE0C57F38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21C373-C9C9-0FD3-AA48-CE49C3EA45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48412A-94AA-032B-AE1C-C5C06ACA98E8}"/>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8" name="Footer Placeholder 7">
            <a:extLst>
              <a:ext uri="{FF2B5EF4-FFF2-40B4-BE49-F238E27FC236}">
                <a16:creationId xmlns:a16="http://schemas.microsoft.com/office/drawing/2014/main" id="{4E826BF7-FF39-60F0-DE17-B683A03984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03C05-3FAC-540B-4959-34117AA4D359}"/>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3544248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7664-F20E-0D68-3721-6A1EC7997E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71B4D1-C3CB-9ED0-7598-4335377CE160}"/>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4" name="Footer Placeholder 3">
            <a:extLst>
              <a:ext uri="{FF2B5EF4-FFF2-40B4-BE49-F238E27FC236}">
                <a16:creationId xmlns:a16="http://schemas.microsoft.com/office/drawing/2014/main" id="{3111592D-1108-383C-7B2C-99B244793B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FBD5F1-098C-DC4A-0607-2975F588198C}"/>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2368670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7AD83C-1F62-303E-11E5-79884F26FF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413" y="38891"/>
            <a:ext cx="952388" cy="951337"/>
          </a:xfrm>
          <a:prstGeom prst="rect">
            <a:avLst/>
          </a:prstGeom>
        </p:spPr>
      </p:pic>
    </p:spTree>
    <p:extLst>
      <p:ext uri="{BB962C8B-B14F-4D97-AF65-F5344CB8AC3E}">
        <p14:creationId xmlns:p14="http://schemas.microsoft.com/office/powerpoint/2010/main" val="81369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B967-7915-1486-448F-7FE4E69470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A0406F-38EE-B7AE-0F66-07B7A95D29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348EC7-1AAF-5FCF-D392-F741F2745F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94B095-92B4-AF70-3D5C-DD7F9C59A60C}"/>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6" name="Footer Placeholder 5">
            <a:extLst>
              <a:ext uri="{FF2B5EF4-FFF2-40B4-BE49-F238E27FC236}">
                <a16:creationId xmlns:a16="http://schemas.microsoft.com/office/drawing/2014/main" id="{3933E660-84E4-ADA5-E5FC-39FF33E978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E02EE1-10E7-D97C-87B2-892E09830566}"/>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4032035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7F522-9D02-F565-080B-7E4F6FC81D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88A448-F613-A007-DCD6-A911BA63FF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4E3BA3-C77B-A867-2C88-BCEBA62C4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6C2ED-B04F-2ED5-9C8C-3186CD535531}"/>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6" name="Footer Placeholder 5">
            <a:extLst>
              <a:ext uri="{FF2B5EF4-FFF2-40B4-BE49-F238E27FC236}">
                <a16:creationId xmlns:a16="http://schemas.microsoft.com/office/drawing/2014/main" id="{D58DEE28-0EE4-E716-B144-632A11B6A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2A7CFA-E8AE-5D85-E5A8-9278C80FD3E8}"/>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2419542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D9B4E-C202-6B1E-4886-05621F360B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37EC11-2B9D-E6BA-DFEF-794E529008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5D7015-A366-A968-0D7A-182BD9D81631}"/>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5" name="Footer Placeholder 4">
            <a:extLst>
              <a:ext uri="{FF2B5EF4-FFF2-40B4-BE49-F238E27FC236}">
                <a16:creationId xmlns:a16="http://schemas.microsoft.com/office/drawing/2014/main" id="{C763BC10-EE7D-6497-E3CD-AB6CD376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1E9FE9-9CB8-2627-CAF8-342EDFC316DC}"/>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1207989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29A4FE-9B83-6831-483D-A7AAA2F510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AACB0E-6D2A-8987-A643-7D477A5971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069C8-32C4-5D71-BF54-BA54948499E2}"/>
              </a:ext>
            </a:extLst>
          </p:cNvPr>
          <p:cNvSpPr>
            <a:spLocks noGrp="1"/>
          </p:cNvSpPr>
          <p:nvPr>
            <p:ph type="dt" sz="half" idx="10"/>
          </p:nvPr>
        </p:nvSpPr>
        <p:spPr/>
        <p:txBody>
          <a:bodyPr/>
          <a:lstStyle/>
          <a:p>
            <a:fld id="{3A387711-500A-4BD3-A9C4-4A2D3D2D9325}" type="datetimeFigureOut">
              <a:rPr lang="en-US" smtClean="0"/>
              <a:t>9/17/2026</a:t>
            </a:fld>
            <a:endParaRPr lang="en-US"/>
          </a:p>
        </p:txBody>
      </p:sp>
      <p:sp>
        <p:nvSpPr>
          <p:cNvPr id="5" name="Footer Placeholder 4">
            <a:extLst>
              <a:ext uri="{FF2B5EF4-FFF2-40B4-BE49-F238E27FC236}">
                <a16:creationId xmlns:a16="http://schemas.microsoft.com/office/drawing/2014/main" id="{9B9E3DF3-521D-79DD-D8D6-9804E4AB1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6D69CB-0D63-DBC9-7549-8FF93762E95C}"/>
              </a:ext>
            </a:extLst>
          </p:cNvPr>
          <p:cNvSpPr>
            <a:spLocks noGrp="1"/>
          </p:cNvSpPr>
          <p:nvPr>
            <p:ph type="sldNum" sz="quarter" idx="12"/>
          </p:nvPr>
        </p:nvSpPr>
        <p:spPr/>
        <p:txBody>
          <a:bodyPr/>
          <a:lstStyle/>
          <a:p>
            <a:fld id="{8801F7C2-A1B1-4851-98ED-B52A1FA2A4FA}" type="slidenum">
              <a:rPr lang="en-US" smtClean="0"/>
              <a:t>‹#›</a:t>
            </a:fld>
            <a:endParaRPr lang="en-US"/>
          </a:p>
        </p:txBody>
      </p:sp>
    </p:spTree>
    <p:extLst>
      <p:ext uri="{BB962C8B-B14F-4D97-AF65-F5344CB8AC3E}">
        <p14:creationId xmlns:p14="http://schemas.microsoft.com/office/powerpoint/2010/main" val="35919767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04546" y="38100"/>
            <a:ext cx="10344873" cy="9096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219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73376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7" r:id="rId4"/>
    <p:sldLayoutId id="2147483678" r:id="rId5"/>
    <p:sldLayoutId id="2147483679" r:id="rId6"/>
  </p:sldLayoutIdLst>
  <p:hf sldNum="0" hdr="0" ftr="0"/>
  <p:txStyles>
    <p:titleStyle>
      <a:lvl1pPr algn="ctr" defTabSz="914400" rtl="0" eaLnBrk="1" latinLnBrk="0" hangingPunct="1">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ts val="0"/>
        </a:spcBef>
        <a:spcAft>
          <a:spcPts val="300"/>
        </a:spcAft>
        <a:buFont typeface="Wingdings" panose="05000000000000000000" pitchFamily="2" charset="2"/>
        <a:buChar char="Ø"/>
        <a:defRPr sz="2400" kern="1200">
          <a:solidFill>
            <a:schemeClr val="tx1"/>
          </a:solidFill>
          <a:latin typeface="Arial" panose="020B0604020202020204" pitchFamily="34" charset="0"/>
          <a:ea typeface="+mn-ea"/>
          <a:cs typeface="Arial" panose="020B0604020202020204" pitchFamily="34" charset="0"/>
        </a:defRPr>
      </a:lvl1pPr>
      <a:lvl2pPr marL="571500" indent="-228600" algn="l" defTabSz="914400" rtl="0" eaLnBrk="1" latinLnBrk="0" hangingPunct="1">
        <a:spcBef>
          <a:spcPts val="0"/>
        </a:spcBef>
        <a:spcAft>
          <a:spcPts val="300"/>
        </a:spcAft>
        <a:buFont typeface="Courier New" panose="02070309020205020404" pitchFamily="49" charset="0"/>
        <a:buChar char="o"/>
        <a:defRPr sz="2000" kern="1200">
          <a:solidFill>
            <a:schemeClr val="tx1"/>
          </a:solidFill>
          <a:latin typeface="+mn-lt"/>
          <a:ea typeface="+mn-ea"/>
          <a:cs typeface="+mn-cs"/>
        </a:defRPr>
      </a:lvl2pPr>
      <a:lvl3pPr marL="800100" indent="-228600" algn="l" defTabSz="914400" rtl="0" eaLnBrk="1" latinLnBrk="0" hangingPunct="1">
        <a:spcBef>
          <a:spcPts val="0"/>
        </a:spcBef>
        <a:spcAft>
          <a:spcPts val="300"/>
        </a:spcAft>
        <a:buFont typeface="Wingdings" panose="05000000000000000000" pitchFamily="2" charset="2"/>
        <a:buChar char="§"/>
        <a:defRPr sz="1800" kern="1200">
          <a:solidFill>
            <a:schemeClr val="tx1"/>
          </a:solidFill>
          <a:latin typeface="+mn-lt"/>
          <a:ea typeface="+mn-ea"/>
          <a:cs typeface="+mn-cs"/>
        </a:defRPr>
      </a:lvl3pPr>
      <a:lvl4pPr marL="1028700" indent="-228600" algn="l" defTabSz="914400" rtl="0" eaLnBrk="1" latinLnBrk="0" hangingPunct="1">
        <a:spcBef>
          <a:spcPts val="0"/>
        </a:spcBef>
        <a:spcAft>
          <a:spcPts val="300"/>
        </a:spcAft>
        <a:buFont typeface="Arial" panose="020B0604020202020204" pitchFamily="34" charset="0"/>
        <a:buChar char="•"/>
        <a:defRPr sz="1600" kern="1200">
          <a:solidFill>
            <a:schemeClr val="tx1"/>
          </a:solidFill>
          <a:latin typeface="+mn-lt"/>
          <a:ea typeface="+mn-ea"/>
          <a:cs typeface="+mn-cs"/>
        </a:defRPr>
      </a:lvl4pPr>
      <a:lvl5pPr marL="1257300" indent="-228600" algn="l" defTabSz="914400" rtl="0" eaLnBrk="1" latinLnBrk="0" hangingPunct="1">
        <a:spcBef>
          <a:spcPts val="0"/>
        </a:spcBef>
        <a:spcAft>
          <a:spcPts val="300"/>
        </a:spcAft>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4FFD8E-3596-F8BD-426A-29E9209CA7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E1CBAA-C600-16C4-7B82-EBE2643E69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38DC4-7743-C6A0-0C98-E13A76A914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387711-500A-4BD3-A9C4-4A2D3D2D9325}" type="datetimeFigureOut">
              <a:rPr lang="en-US" smtClean="0"/>
              <a:t>9/17/2026</a:t>
            </a:fld>
            <a:endParaRPr lang="en-US"/>
          </a:p>
        </p:txBody>
      </p:sp>
      <p:sp>
        <p:nvSpPr>
          <p:cNvPr id="5" name="Footer Placeholder 4">
            <a:extLst>
              <a:ext uri="{FF2B5EF4-FFF2-40B4-BE49-F238E27FC236}">
                <a16:creationId xmlns:a16="http://schemas.microsoft.com/office/drawing/2014/main" id="{16CD9490-A072-1A91-4EB2-102EF35DCC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8CF9E1-BB10-F93B-536E-A5CFFBC103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01F7C2-A1B1-4851-98ED-B52A1FA2A4FA}" type="slidenum">
              <a:rPr lang="en-US" smtClean="0"/>
              <a:t>‹#›</a:t>
            </a:fld>
            <a:endParaRPr lang="en-US"/>
          </a:p>
        </p:txBody>
      </p:sp>
    </p:spTree>
    <p:extLst>
      <p:ext uri="{BB962C8B-B14F-4D97-AF65-F5344CB8AC3E}">
        <p14:creationId xmlns:p14="http://schemas.microsoft.com/office/powerpoint/2010/main" val="46243500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FA0A-03EE-6513-B694-9E482892C2A3}"/>
              </a:ext>
            </a:extLst>
          </p:cNvPr>
          <p:cNvSpPr>
            <a:spLocks noGrp="1"/>
          </p:cNvSpPr>
          <p:nvPr>
            <p:ph type="title"/>
          </p:nvPr>
        </p:nvSpPr>
        <p:spPr/>
        <p:txBody>
          <a:bodyPr>
            <a:noAutofit/>
          </a:bodyPr>
          <a:lstStyle/>
          <a:p>
            <a:r>
              <a:rPr lang="en-US" sz="2400" dirty="0">
                <a:latin typeface="+mj-lt"/>
              </a:rPr>
              <a:t>Task Force Fusion – Strategic Academics Guru Executive Agent: Accelerating Schoolhouse &amp; Curriculum Development</a:t>
            </a:r>
          </a:p>
        </p:txBody>
      </p:sp>
      <p:grpSp>
        <p:nvGrpSpPr>
          <p:cNvPr id="13" name="Group 12">
            <a:extLst>
              <a:ext uri="{FF2B5EF4-FFF2-40B4-BE49-F238E27FC236}">
                <a16:creationId xmlns:a16="http://schemas.microsoft.com/office/drawing/2014/main" id="{A1F303E6-1F7B-039F-F861-4EE1FDCC0E9D}"/>
              </a:ext>
            </a:extLst>
          </p:cNvPr>
          <p:cNvGrpSpPr/>
          <p:nvPr/>
        </p:nvGrpSpPr>
        <p:grpSpPr>
          <a:xfrm>
            <a:off x="295564" y="1597890"/>
            <a:ext cx="4493491" cy="831273"/>
            <a:chOff x="295564" y="2253672"/>
            <a:chExt cx="4493491" cy="831273"/>
          </a:xfrm>
        </p:grpSpPr>
        <p:sp>
          <p:nvSpPr>
            <p:cNvPr id="9" name="Rectangle 8">
              <a:extLst>
                <a:ext uri="{FF2B5EF4-FFF2-40B4-BE49-F238E27FC236}">
                  <a16:creationId xmlns:a16="http://schemas.microsoft.com/office/drawing/2014/main" id="{66E0E65F-8819-F3B1-32C5-5CEEE4071267}"/>
                </a:ext>
              </a:extLst>
            </p:cNvPr>
            <p:cNvSpPr/>
            <p:nvPr/>
          </p:nvSpPr>
          <p:spPr>
            <a:xfrm>
              <a:off x="295564" y="2253672"/>
              <a:ext cx="2881746" cy="831273"/>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Task: Develop a schoolhouse and curriculum for X (example: sUAS).</a:t>
              </a:r>
            </a:p>
          </p:txBody>
        </p:sp>
        <p:cxnSp>
          <p:nvCxnSpPr>
            <p:cNvPr id="11" name="Straight Arrow Connector 10">
              <a:extLst>
                <a:ext uri="{FF2B5EF4-FFF2-40B4-BE49-F238E27FC236}">
                  <a16:creationId xmlns:a16="http://schemas.microsoft.com/office/drawing/2014/main" id="{81508D19-9CAB-20F8-7F0B-201EC41949BD}"/>
                </a:ext>
              </a:extLst>
            </p:cNvPr>
            <p:cNvCxnSpPr>
              <a:cxnSpLocks/>
              <a:stCxn id="9" idx="3"/>
            </p:cNvCxnSpPr>
            <p:nvPr/>
          </p:nvCxnSpPr>
          <p:spPr>
            <a:xfrm>
              <a:off x="3177310" y="2669309"/>
              <a:ext cx="161174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CFC061FE-CBBD-8011-9D98-A32D91000328}"/>
              </a:ext>
            </a:extLst>
          </p:cNvPr>
          <p:cNvSpPr txBox="1"/>
          <p:nvPr/>
        </p:nvSpPr>
        <p:spPr>
          <a:xfrm>
            <a:off x="1501147" y="4087518"/>
            <a:ext cx="2059709" cy="1600438"/>
          </a:xfrm>
          <a:prstGeom prst="rect">
            <a:avLst/>
          </a:prstGeom>
          <a:noFill/>
        </p:spPr>
        <p:txBody>
          <a:bodyPr wrap="square" rtlCol="0">
            <a:spAutoFit/>
          </a:bodyPr>
          <a:lstStyle/>
          <a:p>
            <a:r>
              <a:rPr lang="en-US" sz="1400" dirty="0"/>
              <a:t>Example Agents:</a:t>
            </a:r>
          </a:p>
          <a:p>
            <a:pPr marL="285750" indent="-285750">
              <a:buFont typeface="Arial" panose="020B0604020202020204" pitchFamily="34" charset="0"/>
              <a:buChar char="•"/>
            </a:pPr>
            <a:r>
              <a:rPr lang="en-US" sz="1400" dirty="0"/>
              <a:t>DOTMLPF Analyst</a:t>
            </a:r>
          </a:p>
          <a:p>
            <a:pPr marL="285750" indent="-285750">
              <a:buFont typeface="Arial" panose="020B0604020202020204" pitchFamily="34" charset="0"/>
              <a:buChar char="•"/>
            </a:pPr>
            <a:r>
              <a:rPr lang="en-US" sz="1400" dirty="0"/>
              <a:t>TFSD &amp; MOS Architect</a:t>
            </a:r>
          </a:p>
          <a:p>
            <a:pPr marL="285750" indent="-285750">
              <a:buFont typeface="Arial" panose="020B0604020202020204" pitchFamily="34" charset="0"/>
              <a:buChar char="•"/>
            </a:pPr>
            <a:r>
              <a:rPr lang="en-US" sz="1400" dirty="0"/>
              <a:t>Resources, Manpower &amp; POM Strategist</a:t>
            </a:r>
          </a:p>
        </p:txBody>
      </p:sp>
      <p:sp>
        <p:nvSpPr>
          <p:cNvPr id="17" name="TextBox 16">
            <a:extLst>
              <a:ext uri="{FF2B5EF4-FFF2-40B4-BE49-F238E27FC236}">
                <a16:creationId xmlns:a16="http://schemas.microsoft.com/office/drawing/2014/main" id="{9BD325DD-D2F0-26D8-A09E-CDFC0E5D162C}"/>
              </a:ext>
            </a:extLst>
          </p:cNvPr>
          <p:cNvSpPr txBox="1"/>
          <p:nvPr/>
        </p:nvSpPr>
        <p:spPr>
          <a:xfrm>
            <a:off x="5347127" y="4087518"/>
            <a:ext cx="2059709" cy="2246769"/>
          </a:xfrm>
          <a:prstGeom prst="rect">
            <a:avLst/>
          </a:prstGeom>
          <a:noFill/>
        </p:spPr>
        <p:txBody>
          <a:bodyPr wrap="square" rtlCol="0">
            <a:spAutoFit/>
          </a:bodyPr>
          <a:lstStyle/>
          <a:p>
            <a:r>
              <a:rPr lang="en-US" sz="1400" dirty="0"/>
              <a:t>Example Agents:</a:t>
            </a:r>
          </a:p>
          <a:p>
            <a:pPr marL="285750" indent="-285750">
              <a:buFont typeface="Arial" panose="020B0604020202020204" pitchFamily="34" charset="0"/>
              <a:buChar char="•"/>
            </a:pPr>
            <a:r>
              <a:rPr lang="en-US" sz="1400" dirty="0"/>
              <a:t>POI Lifecycle &amp; Compliance Analyst</a:t>
            </a:r>
          </a:p>
          <a:p>
            <a:pPr marL="285750" indent="-285750">
              <a:buFont typeface="Arial" panose="020B0604020202020204" pitchFamily="34" charset="0"/>
              <a:buChar char="•"/>
            </a:pPr>
            <a:r>
              <a:rPr lang="en-US" sz="1400" dirty="0"/>
              <a:t>Applied Learning &amp; Scheduling Logistician</a:t>
            </a:r>
          </a:p>
          <a:p>
            <a:pPr marL="285750" indent="-285750">
              <a:buFont typeface="Arial" panose="020B0604020202020204" pitchFamily="34" charset="0"/>
              <a:buChar char="•"/>
            </a:pPr>
            <a:r>
              <a:rPr lang="en-US" sz="1400" dirty="0"/>
              <a:t>Faculty Development SME</a:t>
            </a:r>
          </a:p>
          <a:p>
            <a:pPr marL="285750" indent="-285750">
              <a:buFont typeface="Arial" panose="020B0604020202020204" pitchFamily="34" charset="0"/>
              <a:buChar char="•"/>
            </a:pPr>
            <a:r>
              <a:rPr lang="en-US" sz="1400" dirty="0"/>
              <a:t>Schoolhouse Operations</a:t>
            </a:r>
          </a:p>
        </p:txBody>
      </p:sp>
      <p:sp>
        <p:nvSpPr>
          <p:cNvPr id="19" name="TextBox 18">
            <a:extLst>
              <a:ext uri="{FF2B5EF4-FFF2-40B4-BE49-F238E27FC236}">
                <a16:creationId xmlns:a16="http://schemas.microsoft.com/office/drawing/2014/main" id="{02314800-4A54-6154-1B04-4ABCF5419540}"/>
              </a:ext>
            </a:extLst>
          </p:cNvPr>
          <p:cNvSpPr txBox="1"/>
          <p:nvPr/>
        </p:nvSpPr>
        <p:spPr>
          <a:xfrm>
            <a:off x="9300995" y="4087518"/>
            <a:ext cx="2059709" cy="1815882"/>
          </a:xfrm>
          <a:prstGeom prst="rect">
            <a:avLst/>
          </a:prstGeom>
          <a:noFill/>
        </p:spPr>
        <p:txBody>
          <a:bodyPr wrap="square" rtlCol="0">
            <a:spAutoFit/>
          </a:bodyPr>
          <a:lstStyle/>
          <a:p>
            <a:r>
              <a:rPr lang="en-US" sz="1400" dirty="0"/>
              <a:t>Example Agents:</a:t>
            </a:r>
          </a:p>
          <a:p>
            <a:pPr marL="285750" indent="-285750">
              <a:buFont typeface="Arial" panose="020B0604020202020204" pitchFamily="34" charset="0"/>
              <a:buChar char="•"/>
            </a:pPr>
            <a:r>
              <a:rPr lang="en-US" sz="1400" b="1" dirty="0"/>
              <a:t>Curriculum Development Orchestrator</a:t>
            </a:r>
          </a:p>
          <a:p>
            <a:pPr marL="285750" indent="-285750">
              <a:buFont typeface="Arial" panose="020B0604020202020204" pitchFamily="34" charset="0"/>
              <a:buChar char="•"/>
            </a:pPr>
            <a:r>
              <a:rPr lang="en-US" sz="1400" dirty="0"/>
              <a:t>ADDIE SME</a:t>
            </a:r>
          </a:p>
          <a:p>
            <a:pPr marL="285750" indent="-285750">
              <a:buFont typeface="Arial" panose="020B0604020202020204" pitchFamily="34" charset="0"/>
              <a:buChar char="•"/>
            </a:pPr>
            <a:r>
              <a:rPr lang="en-US" sz="1400" dirty="0"/>
              <a:t>Scenario Designer</a:t>
            </a:r>
          </a:p>
          <a:p>
            <a:pPr marL="285750" indent="-285750">
              <a:buFont typeface="Arial" panose="020B0604020202020204" pitchFamily="34" charset="0"/>
              <a:buChar char="•"/>
            </a:pPr>
            <a:r>
              <a:rPr lang="en-US" sz="1400" dirty="0"/>
              <a:t>Classroom Instructor Coach</a:t>
            </a:r>
          </a:p>
        </p:txBody>
      </p:sp>
      <p:pic>
        <p:nvPicPr>
          <p:cNvPr id="6" name="Picture 5">
            <a:extLst>
              <a:ext uri="{FF2B5EF4-FFF2-40B4-BE49-F238E27FC236}">
                <a16:creationId xmlns:a16="http://schemas.microsoft.com/office/drawing/2014/main" id="{2315035C-5D7E-C4AA-6CC1-A3A4ACDD893A}"/>
              </a:ext>
            </a:extLst>
          </p:cNvPr>
          <p:cNvPicPr>
            <a:picLocks noChangeAspect="1"/>
          </p:cNvPicPr>
          <p:nvPr/>
        </p:nvPicPr>
        <p:blipFill>
          <a:blip r:embed="rId2"/>
          <a:stretch>
            <a:fillRect/>
          </a:stretch>
        </p:blipFill>
        <p:spPr>
          <a:xfrm>
            <a:off x="295564" y="2663679"/>
            <a:ext cx="11861591" cy="615839"/>
          </a:xfrm>
          <a:prstGeom prst="rect">
            <a:avLst/>
          </a:prstGeom>
        </p:spPr>
      </p:pic>
      <p:sp>
        <p:nvSpPr>
          <p:cNvPr id="7" name="TextBox 6">
            <a:extLst>
              <a:ext uri="{FF2B5EF4-FFF2-40B4-BE49-F238E27FC236}">
                <a16:creationId xmlns:a16="http://schemas.microsoft.com/office/drawing/2014/main" id="{5CBB06B2-03AB-1608-7CEE-A8A875CA9459}"/>
              </a:ext>
            </a:extLst>
          </p:cNvPr>
          <p:cNvSpPr txBox="1"/>
          <p:nvPr/>
        </p:nvSpPr>
        <p:spPr>
          <a:xfrm>
            <a:off x="4789055" y="1766990"/>
            <a:ext cx="2613892" cy="523220"/>
          </a:xfrm>
          <a:prstGeom prst="rect">
            <a:avLst/>
          </a:prstGeom>
          <a:noFill/>
          <a:ln w="38100">
            <a:solidFill>
              <a:schemeClr val="tx1"/>
            </a:solidFill>
          </a:ln>
        </p:spPr>
        <p:txBody>
          <a:bodyPr wrap="square" rtlCol="0">
            <a:spAutoFit/>
          </a:bodyPr>
          <a:lstStyle/>
          <a:p>
            <a:pPr algn="ctr"/>
            <a:r>
              <a:rPr lang="en-US" sz="2800" dirty="0"/>
              <a:t>SAGE</a:t>
            </a:r>
          </a:p>
        </p:txBody>
      </p:sp>
      <p:sp>
        <p:nvSpPr>
          <p:cNvPr id="12" name="TextBox 11">
            <a:extLst>
              <a:ext uri="{FF2B5EF4-FFF2-40B4-BE49-F238E27FC236}">
                <a16:creationId xmlns:a16="http://schemas.microsoft.com/office/drawing/2014/main" id="{AA224CA1-540D-620F-9B78-6233A73CCED0}"/>
              </a:ext>
            </a:extLst>
          </p:cNvPr>
          <p:cNvSpPr txBox="1"/>
          <p:nvPr/>
        </p:nvSpPr>
        <p:spPr>
          <a:xfrm>
            <a:off x="8846482" y="1766990"/>
            <a:ext cx="2613892" cy="523220"/>
          </a:xfrm>
          <a:prstGeom prst="rect">
            <a:avLst/>
          </a:prstGeom>
          <a:noFill/>
          <a:ln w="38100">
            <a:solidFill>
              <a:schemeClr val="tx1"/>
            </a:solidFill>
          </a:ln>
        </p:spPr>
        <p:txBody>
          <a:bodyPr wrap="square" rtlCol="0">
            <a:spAutoFit/>
          </a:bodyPr>
          <a:lstStyle/>
          <a:p>
            <a:pPr algn="ctr"/>
            <a:r>
              <a:rPr lang="en-US" sz="2800" dirty="0"/>
              <a:t>Agent SMEs</a:t>
            </a:r>
          </a:p>
        </p:txBody>
      </p:sp>
      <p:cxnSp>
        <p:nvCxnSpPr>
          <p:cNvPr id="14" name="Straight Arrow Connector 13">
            <a:extLst>
              <a:ext uri="{FF2B5EF4-FFF2-40B4-BE49-F238E27FC236}">
                <a16:creationId xmlns:a16="http://schemas.microsoft.com/office/drawing/2014/main" id="{F76E41BF-6F79-44F2-8D33-48E906F5F019}"/>
              </a:ext>
            </a:extLst>
          </p:cNvPr>
          <p:cNvCxnSpPr>
            <a:cxnSpLocks/>
            <a:endCxn id="12" idx="1"/>
          </p:cNvCxnSpPr>
          <p:nvPr/>
        </p:nvCxnSpPr>
        <p:spPr>
          <a:xfrm>
            <a:off x="7402947" y="2013526"/>
            <a:ext cx="1443535" cy="150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02FFC4D-ECC4-C117-4B77-8B21E7E516CA}"/>
              </a:ext>
            </a:extLst>
          </p:cNvPr>
          <p:cNvSpPr txBox="1"/>
          <p:nvPr/>
        </p:nvSpPr>
        <p:spPr>
          <a:xfrm>
            <a:off x="1318437" y="3429000"/>
            <a:ext cx="2242419" cy="646331"/>
          </a:xfrm>
          <a:prstGeom prst="rect">
            <a:avLst/>
          </a:prstGeom>
          <a:noFill/>
        </p:spPr>
        <p:txBody>
          <a:bodyPr wrap="square" rtlCol="0">
            <a:spAutoFit/>
          </a:bodyPr>
          <a:lstStyle/>
          <a:p>
            <a:pPr algn="ctr"/>
            <a:r>
              <a:rPr lang="en-US" dirty="0"/>
              <a:t>Strategic Agent SMEs</a:t>
            </a:r>
          </a:p>
        </p:txBody>
      </p:sp>
      <p:sp>
        <p:nvSpPr>
          <p:cNvPr id="22" name="TextBox 21">
            <a:extLst>
              <a:ext uri="{FF2B5EF4-FFF2-40B4-BE49-F238E27FC236}">
                <a16:creationId xmlns:a16="http://schemas.microsoft.com/office/drawing/2014/main" id="{2BB5B6A4-D05F-2602-086D-FF3E5D4C1091}"/>
              </a:ext>
            </a:extLst>
          </p:cNvPr>
          <p:cNvSpPr txBox="1"/>
          <p:nvPr/>
        </p:nvSpPr>
        <p:spPr>
          <a:xfrm>
            <a:off x="5105149" y="3427228"/>
            <a:ext cx="2242419" cy="646331"/>
          </a:xfrm>
          <a:prstGeom prst="rect">
            <a:avLst/>
          </a:prstGeom>
          <a:noFill/>
        </p:spPr>
        <p:txBody>
          <a:bodyPr wrap="square" rtlCol="0">
            <a:spAutoFit/>
          </a:bodyPr>
          <a:lstStyle/>
          <a:p>
            <a:pPr algn="ctr"/>
            <a:r>
              <a:rPr lang="en-US" dirty="0"/>
              <a:t>Operational Agent SMEs</a:t>
            </a:r>
          </a:p>
        </p:txBody>
      </p:sp>
      <p:sp>
        <p:nvSpPr>
          <p:cNvPr id="24" name="TextBox 23">
            <a:extLst>
              <a:ext uri="{FF2B5EF4-FFF2-40B4-BE49-F238E27FC236}">
                <a16:creationId xmlns:a16="http://schemas.microsoft.com/office/drawing/2014/main" id="{93DA707D-C03E-912B-E0EA-E195837384E4}"/>
              </a:ext>
            </a:extLst>
          </p:cNvPr>
          <p:cNvSpPr txBox="1"/>
          <p:nvPr/>
        </p:nvSpPr>
        <p:spPr>
          <a:xfrm>
            <a:off x="9032218" y="3427228"/>
            <a:ext cx="2242419" cy="646331"/>
          </a:xfrm>
          <a:prstGeom prst="rect">
            <a:avLst/>
          </a:prstGeom>
          <a:noFill/>
        </p:spPr>
        <p:txBody>
          <a:bodyPr wrap="square" rtlCol="0">
            <a:spAutoFit/>
          </a:bodyPr>
          <a:lstStyle/>
          <a:p>
            <a:pPr algn="ctr"/>
            <a:r>
              <a:rPr lang="en-US" dirty="0"/>
              <a:t>Tactical Agent SMEs</a:t>
            </a:r>
          </a:p>
        </p:txBody>
      </p:sp>
    </p:spTree>
    <p:extLst>
      <p:ext uri="{BB962C8B-B14F-4D97-AF65-F5344CB8AC3E}">
        <p14:creationId xmlns:p14="http://schemas.microsoft.com/office/powerpoint/2010/main" val="354549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FA0E847-5FE1-D8E4-6104-F5AE126E4DE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Conceptual Design Process</a:t>
            </a:r>
          </a:p>
        </p:txBody>
      </p:sp>
      <p:pic>
        <p:nvPicPr>
          <p:cNvPr id="18" name="Picture 17">
            <a:extLst>
              <a:ext uri="{FF2B5EF4-FFF2-40B4-BE49-F238E27FC236}">
                <a16:creationId xmlns:a16="http://schemas.microsoft.com/office/drawing/2014/main" id="{996462F8-3531-FBCD-A451-7E0271AC52A4}"/>
              </a:ext>
            </a:extLst>
          </p:cNvPr>
          <p:cNvPicPr>
            <a:picLocks noChangeAspect="1"/>
          </p:cNvPicPr>
          <p:nvPr/>
        </p:nvPicPr>
        <p:blipFill>
          <a:blip r:embed="rId3"/>
          <a:stretch>
            <a:fillRect/>
          </a:stretch>
        </p:blipFill>
        <p:spPr>
          <a:xfrm>
            <a:off x="609020" y="1900742"/>
            <a:ext cx="2230916" cy="909638"/>
          </a:xfrm>
          <a:prstGeom prst="rect">
            <a:avLst/>
          </a:prstGeom>
        </p:spPr>
      </p:pic>
      <p:sp>
        <p:nvSpPr>
          <p:cNvPr id="20" name="TextBox 19">
            <a:extLst>
              <a:ext uri="{FF2B5EF4-FFF2-40B4-BE49-F238E27FC236}">
                <a16:creationId xmlns:a16="http://schemas.microsoft.com/office/drawing/2014/main" id="{B0A7569A-8898-3FDD-18EE-C52606EA9C2D}"/>
              </a:ext>
            </a:extLst>
          </p:cNvPr>
          <p:cNvSpPr txBox="1"/>
          <p:nvPr/>
        </p:nvSpPr>
        <p:spPr>
          <a:xfrm>
            <a:off x="227333" y="2984430"/>
            <a:ext cx="3749243"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t>Curriculum Development Orchestrator</a:t>
            </a:r>
          </a:p>
          <a:p>
            <a:pPr marL="285750" indent="-285750">
              <a:buFont typeface="Arial" panose="020B0604020202020204" pitchFamily="34" charset="0"/>
              <a:buChar char="•"/>
            </a:pPr>
            <a:r>
              <a:rPr lang="en-US" sz="1400" dirty="0"/>
              <a:t>Sub Agent Development </a:t>
            </a:r>
          </a:p>
          <a:p>
            <a:pPr marL="742950" lvl="1" indent="-285750">
              <a:buFont typeface="Arial" panose="020B0604020202020204" pitchFamily="34" charset="0"/>
              <a:buChar char="•"/>
            </a:pPr>
            <a:r>
              <a:rPr lang="en-US" sz="1400" dirty="0"/>
              <a:t>Mission Analysis</a:t>
            </a:r>
          </a:p>
          <a:p>
            <a:pPr marL="742950" lvl="1" indent="-285750">
              <a:buFont typeface="Arial" panose="020B0604020202020204" pitchFamily="34" charset="0"/>
              <a:buChar char="•"/>
            </a:pPr>
            <a:r>
              <a:rPr lang="en-US" sz="1400" dirty="0"/>
              <a:t>Program Objectives</a:t>
            </a:r>
          </a:p>
          <a:p>
            <a:pPr marL="742950" lvl="1" indent="-285750">
              <a:buFont typeface="Arial" panose="020B0604020202020204" pitchFamily="34" charset="0"/>
              <a:buChar char="•"/>
            </a:pPr>
            <a:r>
              <a:rPr lang="en-US" sz="1400" dirty="0"/>
              <a:t>Learning Analysis</a:t>
            </a:r>
          </a:p>
          <a:p>
            <a:pPr marL="742950" lvl="1" indent="-285750">
              <a:buFont typeface="Arial" panose="020B0604020202020204" pitchFamily="34" charset="0"/>
              <a:buChar char="•"/>
            </a:pPr>
            <a:r>
              <a:rPr lang="en-US" sz="1400" dirty="0"/>
              <a:t>Learning Objectives</a:t>
            </a:r>
          </a:p>
          <a:p>
            <a:pPr marL="742950" lvl="1" indent="-285750">
              <a:buFont typeface="Arial" panose="020B0604020202020204" pitchFamily="34" charset="0"/>
              <a:buChar char="•"/>
            </a:pPr>
            <a:r>
              <a:rPr lang="en-US" sz="1400" dirty="0"/>
              <a:t>Course Materials</a:t>
            </a:r>
          </a:p>
          <a:p>
            <a:pPr marL="285750" indent="-285750">
              <a:buFont typeface="Arial" panose="020B0604020202020204" pitchFamily="34" charset="0"/>
              <a:buChar char="•"/>
            </a:pPr>
            <a:r>
              <a:rPr lang="en-US" sz="1400" dirty="0"/>
              <a:t>CDO Guidelines to run in GenAI.mil</a:t>
            </a:r>
          </a:p>
        </p:txBody>
      </p:sp>
      <p:cxnSp>
        <p:nvCxnSpPr>
          <p:cNvPr id="22" name="Straight Arrow Connector 21">
            <a:extLst>
              <a:ext uri="{FF2B5EF4-FFF2-40B4-BE49-F238E27FC236}">
                <a16:creationId xmlns:a16="http://schemas.microsoft.com/office/drawing/2014/main" id="{5C8950F2-2FB2-4E76-B19D-1E537A7ED6BF}"/>
              </a:ext>
            </a:extLst>
          </p:cNvPr>
          <p:cNvCxnSpPr>
            <a:stCxn id="18" idx="3"/>
          </p:cNvCxnSpPr>
          <p:nvPr/>
        </p:nvCxnSpPr>
        <p:spPr>
          <a:xfrm>
            <a:off x="2839936" y="2355561"/>
            <a:ext cx="14981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69722B06-C064-C786-B879-773F1043E160}"/>
              </a:ext>
            </a:extLst>
          </p:cNvPr>
          <p:cNvPicPr>
            <a:picLocks noChangeAspect="1"/>
          </p:cNvPicPr>
          <p:nvPr/>
        </p:nvPicPr>
        <p:blipFill>
          <a:blip r:embed="rId4"/>
          <a:stretch>
            <a:fillRect/>
          </a:stretch>
        </p:blipFill>
        <p:spPr>
          <a:xfrm>
            <a:off x="4739559" y="1758817"/>
            <a:ext cx="1968601" cy="1225613"/>
          </a:xfrm>
          <a:prstGeom prst="rect">
            <a:avLst/>
          </a:prstGeom>
        </p:spPr>
      </p:pic>
      <p:sp>
        <p:nvSpPr>
          <p:cNvPr id="26" name="TextBox 25">
            <a:extLst>
              <a:ext uri="{FF2B5EF4-FFF2-40B4-BE49-F238E27FC236}">
                <a16:creationId xmlns:a16="http://schemas.microsoft.com/office/drawing/2014/main" id="{51D9EEE2-9387-6872-677D-735FC1BC73C3}"/>
              </a:ext>
            </a:extLst>
          </p:cNvPr>
          <p:cNvSpPr txBox="1"/>
          <p:nvPr/>
        </p:nvSpPr>
        <p:spPr>
          <a:xfrm>
            <a:off x="3976576" y="2984430"/>
            <a:ext cx="3749243" cy="523220"/>
          </a:xfrm>
          <a:prstGeom prst="rect">
            <a:avLst/>
          </a:prstGeom>
          <a:noFill/>
        </p:spPr>
        <p:txBody>
          <a:bodyPr wrap="square" rtlCol="0">
            <a:spAutoFit/>
          </a:bodyPr>
          <a:lstStyle/>
          <a:p>
            <a:pPr marL="285750" indent="-285750" algn="ctr">
              <a:buFont typeface="Arial" panose="020B0604020202020204" pitchFamily="34" charset="0"/>
              <a:buChar char="•"/>
            </a:pPr>
            <a:r>
              <a:rPr lang="en-US" sz="1400" dirty="0"/>
              <a:t>CDO Deployed to build HTML Executable (locally hosted)</a:t>
            </a:r>
          </a:p>
        </p:txBody>
      </p:sp>
      <p:cxnSp>
        <p:nvCxnSpPr>
          <p:cNvPr id="27" name="Straight Arrow Connector 26">
            <a:extLst>
              <a:ext uri="{FF2B5EF4-FFF2-40B4-BE49-F238E27FC236}">
                <a16:creationId xmlns:a16="http://schemas.microsoft.com/office/drawing/2014/main" id="{DC2B9B70-1918-D6A2-B72A-BE35BFF008D0}"/>
              </a:ext>
            </a:extLst>
          </p:cNvPr>
          <p:cNvCxnSpPr/>
          <p:nvPr/>
        </p:nvCxnSpPr>
        <p:spPr>
          <a:xfrm>
            <a:off x="6708160" y="2355561"/>
            <a:ext cx="14981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081FC7F4-D8D9-AD87-6FFC-B2BBE0A77235}"/>
              </a:ext>
            </a:extLst>
          </p:cNvPr>
          <p:cNvPicPr>
            <a:picLocks noChangeAspect="1"/>
          </p:cNvPicPr>
          <p:nvPr/>
        </p:nvPicPr>
        <p:blipFill>
          <a:blip r:embed="rId5"/>
          <a:stretch>
            <a:fillRect/>
          </a:stretch>
        </p:blipFill>
        <p:spPr>
          <a:xfrm>
            <a:off x="8236669" y="1786940"/>
            <a:ext cx="3913511" cy="1137242"/>
          </a:xfrm>
          <a:prstGeom prst="rect">
            <a:avLst/>
          </a:prstGeom>
        </p:spPr>
      </p:pic>
      <p:sp>
        <p:nvSpPr>
          <p:cNvPr id="31" name="TextBox 30">
            <a:extLst>
              <a:ext uri="{FF2B5EF4-FFF2-40B4-BE49-F238E27FC236}">
                <a16:creationId xmlns:a16="http://schemas.microsoft.com/office/drawing/2014/main" id="{6ED2DF0B-7BF6-BA6E-5B4F-9D5B02DC2E74}"/>
              </a:ext>
            </a:extLst>
          </p:cNvPr>
          <p:cNvSpPr txBox="1"/>
          <p:nvPr/>
        </p:nvSpPr>
        <p:spPr>
          <a:xfrm>
            <a:off x="8318802" y="2984430"/>
            <a:ext cx="3749243" cy="307777"/>
          </a:xfrm>
          <a:prstGeom prst="rect">
            <a:avLst/>
          </a:prstGeom>
          <a:noFill/>
        </p:spPr>
        <p:txBody>
          <a:bodyPr wrap="square" rtlCol="0">
            <a:spAutoFit/>
          </a:bodyPr>
          <a:lstStyle/>
          <a:p>
            <a:pPr marL="285750" indent="-285750" algn="ctr">
              <a:buFont typeface="Arial" panose="020B0604020202020204" pitchFamily="34" charset="0"/>
              <a:buChar char="•"/>
            </a:pPr>
            <a:r>
              <a:rPr lang="en-US" sz="1400" dirty="0"/>
              <a:t>SAGE Simulator</a:t>
            </a:r>
          </a:p>
        </p:txBody>
      </p:sp>
    </p:spTree>
    <p:extLst>
      <p:ext uri="{BB962C8B-B14F-4D97-AF65-F5344CB8AC3E}">
        <p14:creationId xmlns:p14="http://schemas.microsoft.com/office/powerpoint/2010/main" val="3272187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D70DC-BCEA-7C77-B6DE-B2F738C6CDAE}"/>
              </a:ext>
            </a:extLst>
          </p:cNvPr>
          <p:cNvSpPr>
            <a:spLocks noGrp="1"/>
          </p:cNvSpPr>
          <p:nvPr>
            <p:ph type="title"/>
          </p:nvPr>
        </p:nvSpPr>
        <p:spPr/>
        <p:txBody>
          <a:bodyPr/>
          <a:lstStyle/>
          <a:p>
            <a:r>
              <a:rPr lang="en-US" dirty="0">
                <a:latin typeface="+mj-lt"/>
              </a:rPr>
              <a:t>Methodology, Findings, Future Recommendations</a:t>
            </a:r>
          </a:p>
        </p:txBody>
      </p:sp>
      <p:sp>
        <p:nvSpPr>
          <p:cNvPr id="9" name="Content Placeholder 8">
            <a:extLst>
              <a:ext uri="{FF2B5EF4-FFF2-40B4-BE49-F238E27FC236}">
                <a16:creationId xmlns:a16="http://schemas.microsoft.com/office/drawing/2014/main" id="{82B62776-816C-5FA1-9C61-9ABE235C8320}"/>
              </a:ext>
            </a:extLst>
          </p:cNvPr>
          <p:cNvSpPr>
            <a:spLocks noGrp="1"/>
          </p:cNvSpPr>
          <p:nvPr>
            <p:ph idx="1"/>
          </p:nvPr>
        </p:nvSpPr>
        <p:spPr>
          <a:xfrm>
            <a:off x="609600" y="1219201"/>
            <a:ext cx="10972800" cy="4837042"/>
          </a:xfrm>
        </p:spPr>
        <p:txBody>
          <a:bodyPr>
            <a:normAutofit/>
          </a:bodyPr>
          <a:lstStyle/>
          <a:p>
            <a:pPr marL="0" indent="0">
              <a:buNone/>
            </a:pPr>
            <a:r>
              <a:rPr lang="en-US" sz="2000" dirty="0">
                <a:latin typeface="+mn-lt"/>
              </a:rPr>
              <a:t>Methodology</a:t>
            </a:r>
          </a:p>
          <a:p>
            <a:pPr lvl="1">
              <a:buFont typeface="Arial" panose="020B0604020202020204" pitchFamily="34" charset="0"/>
              <a:buChar char="•"/>
            </a:pPr>
            <a:r>
              <a:rPr lang="en-US" sz="1600" dirty="0">
                <a:latin typeface="+mn-lt"/>
              </a:rPr>
              <a:t>Experimented with AWS Kiro, Amazon Quick, </a:t>
            </a:r>
            <a:r>
              <a:rPr lang="en-US" sz="1600" dirty="0" err="1">
                <a:latin typeface="+mn-lt"/>
              </a:rPr>
              <a:t>Replit</a:t>
            </a:r>
            <a:r>
              <a:rPr lang="en-US" sz="1600" dirty="0">
                <a:latin typeface="+mn-lt"/>
              </a:rPr>
              <a:t> to develop agent skills and product outputs</a:t>
            </a:r>
          </a:p>
          <a:p>
            <a:pPr lvl="1">
              <a:buFont typeface="Arial" panose="020B0604020202020204" pitchFamily="34" charset="0"/>
              <a:buChar char="•"/>
            </a:pPr>
            <a:r>
              <a:rPr lang="en-US" sz="1600" dirty="0">
                <a:latin typeface="+mn-lt"/>
              </a:rPr>
              <a:t>Also experimented with MFR 6</a:t>
            </a:r>
            <a:r>
              <a:rPr lang="en-US" sz="1600" baseline="30000" dirty="0">
                <a:latin typeface="+mn-lt"/>
              </a:rPr>
              <a:t>th</a:t>
            </a:r>
            <a:r>
              <a:rPr lang="en-US" sz="1600" dirty="0">
                <a:latin typeface="+mn-lt"/>
              </a:rPr>
              <a:t> Comm Battalion </a:t>
            </a:r>
            <a:r>
              <a:rPr lang="en-US" sz="1600" dirty="0" err="1">
                <a:latin typeface="+mn-lt"/>
              </a:rPr>
              <a:t>GenAI.Mil</a:t>
            </a:r>
            <a:r>
              <a:rPr lang="en-US" sz="1600" dirty="0">
                <a:latin typeface="+mn-lt"/>
              </a:rPr>
              <a:t> API, SIX.AI</a:t>
            </a:r>
          </a:p>
          <a:p>
            <a:pPr marL="0" indent="0">
              <a:buNone/>
            </a:pPr>
            <a:r>
              <a:rPr lang="en-US" sz="2000" dirty="0">
                <a:latin typeface="+mn-lt"/>
              </a:rPr>
              <a:t>Findings</a:t>
            </a:r>
          </a:p>
          <a:p>
            <a:pPr lvl="1">
              <a:buFont typeface="Arial" panose="020B0604020202020204" pitchFamily="34" charset="0"/>
              <a:buChar char="•"/>
            </a:pPr>
            <a:r>
              <a:rPr lang="en-US" sz="1600" dirty="0">
                <a:latin typeface="+mn-lt"/>
              </a:rPr>
              <a:t>Can execute broad framework of the vision for SAGE</a:t>
            </a:r>
          </a:p>
          <a:p>
            <a:pPr lvl="1">
              <a:buFont typeface="Arial" panose="020B0604020202020204" pitchFamily="34" charset="0"/>
              <a:buChar char="•"/>
            </a:pPr>
            <a:r>
              <a:rPr lang="en-US" sz="1600" dirty="0">
                <a:latin typeface="+mn-lt"/>
              </a:rPr>
              <a:t>Need further refinement and development of individual sub-agents, particularly their outputs (decision brief, POI framework, schedule, evaluation plan, etc.)</a:t>
            </a:r>
          </a:p>
          <a:p>
            <a:pPr marL="0" indent="0">
              <a:buNone/>
            </a:pPr>
            <a:r>
              <a:rPr lang="en-US" sz="2000" dirty="0">
                <a:latin typeface="+mn-lt"/>
              </a:rPr>
              <a:t>Future Recommendations</a:t>
            </a:r>
          </a:p>
          <a:p>
            <a:pPr lvl="1">
              <a:buFont typeface="Arial" panose="020B0604020202020204" pitchFamily="34" charset="0"/>
              <a:buChar char="•"/>
            </a:pPr>
            <a:r>
              <a:rPr lang="en-US" sz="1600" dirty="0">
                <a:latin typeface="+mn-lt"/>
              </a:rPr>
              <a:t>Continue work to replicate SAGE in GenAI.mil for broad applicability and resource sharing across the TECOM Enterprise</a:t>
            </a:r>
          </a:p>
          <a:p>
            <a:pPr lvl="1">
              <a:buFont typeface="Arial" panose="020B0604020202020204" pitchFamily="34" charset="0"/>
              <a:buChar char="•"/>
            </a:pPr>
            <a:r>
              <a:rPr lang="en-US" sz="1600" dirty="0">
                <a:latin typeface="+mn-lt"/>
              </a:rPr>
              <a:t>This COA will accelerate as GenAI.mil incorporates new software developer agent capabilities (e.g. Codex)</a:t>
            </a:r>
          </a:p>
        </p:txBody>
      </p:sp>
    </p:spTree>
    <p:extLst>
      <p:ext uri="{BB962C8B-B14F-4D97-AF65-F5344CB8AC3E}">
        <p14:creationId xmlns:p14="http://schemas.microsoft.com/office/powerpoint/2010/main" val="1439042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9626-72AC-DCB3-8D9D-D9464A31B188}"/>
              </a:ext>
            </a:extLst>
          </p:cNvPr>
          <p:cNvSpPr>
            <a:spLocks noGrp="1"/>
          </p:cNvSpPr>
          <p:nvPr>
            <p:ph type="title"/>
          </p:nvPr>
        </p:nvSpPr>
        <p:spPr/>
        <p:txBody>
          <a:bodyPr/>
          <a:lstStyle/>
          <a:p>
            <a:r>
              <a:rPr lang="en-US" dirty="0">
                <a:latin typeface="+mn-lt"/>
              </a:rPr>
              <a:t>BACKUP</a:t>
            </a:r>
          </a:p>
        </p:txBody>
      </p:sp>
    </p:spTree>
    <p:extLst>
      <p:ext uri="{BB962C8B-B14F-4D97-AF65-F5344CB8AC3E}">
        <p14:creationId xmlns:p14="http://schemas.microsoft.com/office/powerpoint/2010/main" val="205722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E1AAAA-C55D-4F64-70E7-A7AD95D02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B37B3-44D7-E42A-56C8-E569EAC95A98}"/>
              </a:ext>
            </a:extLst>
          </p:cNvPr>
          <p:cNvSpPr>
            <a:spLocks noGrp="1"/>
          </p:cNvSpPr>
          <p:nvPr>
            <p:ph type="title"/>
          </p:nvPr>
        </p:nvSpPr>
        <p:spPr/>
        <p:txBody>
          <a:bodyPr>
            <a:normAutofit fontScale="90000"/>
          </a:bodyPr>
          <a:lstStyle/>
          <a:p>
            <a:r>
              <a:rPr lang="en-US" dirty="0">
                <a:latin typeface="+mj-lt"/>
              </a:rPr>
              <a:t>Same Problem, Different Required Outputs and Tasks</a:t>
            </a:r>
          </a:p>
        </p:txBody>
      </p:sp>
      <p:sp>
        <p:nvSpPr>
          <p:cNvPr id="3" name="Text Placeholder 2">
            <a:extLst>
              <a:ext uri="{FF2B5EF4-FFF2-40B4-BE49-F238E27FC236}">
                <a16:creationId xmlns:a16="http://schemas.microsoft.com/office/drawing/2014/main" id="{3214246A-8F6F-76F0-3258-B1560A2A7779}"/>
              </a:ext>
            </a:extLst>
          </p:cNvPr>
          <p:cNvSpPr>
            <a:spLocks noGrp="1"/>
          </p:cNvSpPr>
          <p:nvPr>
            <p:ph type="body" idx="1"/>
          </p:nvPr>
        </p:nvSpPr>
        <p:spPr/>
        <p:txBody>
          <a:bodyPr>
            <a:normAutofit/>
          </a:bodyPr>
          <a:lstStyle/>
          <a:p>
            <a:r>
              <a:rPr lang="en-US" sz="2000" dirty="0">
                <a:latin typeface="Arial" panose="020B0604020202020204" pitchFamily="34" charset="0"/>
                <a:cs typeface="Arial" panose="020B0604020202020204" pitchFamily="34" charset="0"/>
              </a:rPr>
              <a:t>SAGE</a:t>
            </a:r>
          </a:p>
        </p:txBody>
      </p:sp>
      <p:sp>
        <p:nvSpPr>
          <p:cNvPr id="4" name="Content Placeholder 3">
            <a:extLst>
              <a:ext uri="{FF2B5EF4-FFF2-40B4-BE49-F238E27FC236}">
                <a16:creationId xmlns:a16="http://schemas.microsoft.com/office/drawing/2014/main" id="{70C6B06B-61E7-BEB6-AB30-25FDCC08AEFA}"/>
              </a:ext>
            </a:extLst>
          </p:cNvPr>
          <p:cNvSpPr>
            <a:spLocks noGrp="1"/>
          </p:cNvSpPr>
          <p:nvPr>
            <p:ph sz="half" idx="2"/>
          </p:nvPr>
        </p:nvSpPr>
        <p:spPr/>
        <p:txBody>
          <a:bodyPr>
            <a:normAutofit/>
          </a:bodyPr>
          <a:lstStyle/>
          <a:p>
            <a:pPr marL="0" indent="0">
              <a:buNone/>
            </a:pPr>
            <a:r>
              <a:rPr lang="en-US" sz="2000" b="1" u="sng" dirty="0">
                <a:latin typeface="Arial" panose="020B0604020202020204" pitchFamily="34" charset="0"/>
                <a:cs typeface="Arial" panose="020B0604020202020204" pitchFamily="34" charset="0"/>
              </a:rPr>
              <a:t>Problem</a:t>
            </a:r>
            <a:r>
              <a:rPr lang="en-US" sz="2000" dirty="0">
                <a:latin typeface="Arial" panose="020B0604020202020204" pitchFamily="34" charset="0"/>
                <a:cs typeface="Arial" panose="020B0604020202020204" pitchFamily="34" charset="0"/>
              </a:rPr>
              <a:t>: Build a sUAS School and associated POI</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b="1" u="sng" dirty="0">
                <a:latin typeface="Arial" panose="020B0604020202020204" pitchFamily="34" charset="0"/>
                <a:cs typeface="Arial" panose="020B0604020202020204" pitchFamily="34" charset="0"/>
              </a:rPr>
              <a:t>Required Outputs: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DOTMPLF Analysis and Results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CG Executive Summary</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CG Decision Brief</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3 COAs with Risk-Benefit Analysis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Justification and Sourcing</a:t>
            </a:r>
          </a:p>
          <a:p>
            <a:pPr marL="0" indent="0">
              <a:buNone/>
            </a:pPr>
            <a:endParaRPr lang="en-US" sz="2000" dirty="0">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8B058DFA-1CF0-BFAA-FC72-CCA4BFF45302}"/>
              </a:ext>
            </a:extLst>
          </p:cNvPr>
          <p:cNvSpPr>
            <a:spLocks noGrp="1"/>
          </p:cNvSpPr>
          <p:nvPr>
            <p:ph type="body" sz="quarter" idx="3"/>
          </p:nvPr>
        </p:nvSpPr>
        <p:spPr/>
        <p:txBody>
          <a:bodyPr>
            <a:normAutofit/>
          </a:bodyPr>
          <a:lstStyle/>
          <a:p>
            <a:r>
              <a:rPr lang="en-US" sz="2000" dirty="0">
                <a:latin typeface="Arial" panose="020B0604020202020204" pitchFamily="34" charset="0"/>
                <a:cs typeface="Arial" panose="020B0604020202020204" pitchFamily="34" charset="0"/>
              </a:rPr>
              <a:t>SME</a:t>
            </a:r>
          </a:p>
        </p:txBody>
      </p:sp>
      <p:sp>
        <p:nvSpPr>
          <p:cNvPr id="6" name="Content Placeholder 5">
            <a:extLst>
              <a:ext uri="{FF2B5EF4-FFF2-40B4-BE49-F238E27FC236}">
                <a16:creationId xmlns:a16="http://schemas.microsoft.com/office/drawing/2014/main" id="{81468234-19B1-47B4-63E0-75F0952F45B3}"/>
              </a:ext>
            </a:extLst>
          </p:cNvPr>
          <p:cNvSpPr>
            <a:spLocks noGrp="1"/>
          </p:cNvSpPr>
          <p:nvPr>
            <p:ph sz="quarter" idx="4"/>
          </p:nvPr>
        </p:nvSpPr>
        <p:spPr/>
        <p:txBody>
          <a:bodyPr>
            <a:normAutofit fontScale="85000" lnSpcReduction="10000"/>
          </a:bodyPr>
          <a:lstStyle/>
          <a:p>
            <a:pPr marL="0" indent="0">
              <a:buNone/>
            </a:pPr>
            <a:r>
              <a:rPr lang="en-US" sz="2000" b="1" u="sng" dirty="0">
                <a:latin typeface="Arial" panose="020B0604020202020204" pitchFamily="34" charset="0"/>
                <a:cs typeface="Arial" panose="020B0604020202020204" pitchFamily="34" charset="0"/>
              </a:rPr>
              <a:t>Problem</a:t>
            </a:r>
            <a:r>
              <a:rPr lang="en-US" sz="2000" dirty="0">
                <a:latin typeface="Arial" panose="020B0604020202020204" pitchFamily="34" charset="0"/>
                <a:cs typeface="Arial" panose="020B0604020202020204" pitchFamily="34" charset="0"/>
              </a:rPr>
              <a:t>: Build a specific POI, or component of POI</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b="1" u="sng" dirty="0">
                <a:latin typeface="Arial" panose="020B0604020202020204" pitchFamily="34" charset="0"/>
                <a:cs typeface="Arial" panose="020B0604020202020204" pitchFamily="34" charset="0"/>
              </a:rPr>
              <a:t>Inputs</a:t>
            </a:r>
            <a:r>
              <a:rPr lang="en-US" sz="2000" dirty="0">
                <a:latin typeface="Arial" panose="020B0604020202020204" pitchFamily="34" charset="0"/>
                <a:cs typeface="Arial" panose="020B0604020202020204" pitchFamily="34" charset="0"/>
              </a:rPr>
              <a:t>: T&amp;R Events, Lessons Learned</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b="1" u="sng" dirty="0">
                <a:latin typeface="Arial" panose="020B0604020202020204" pitchFamily="34" charset="0"/>
                <a:cs typeface="Arial" panose="020B0604020202020204" pitchFamily="34" charset="0"/>
              </a:rPr>
              <a:t>Required Outputs</a:t>
            </a:r>
            <a:r>
              <a:rPr lang="en-US" sz="200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CDD/POI/MCTIMs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Course Structure</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Evaluation Plan &amp; Instruments</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0" indent="0">
              <a:buNone/>
            </a:pPr>
            <a:r>
              <a:rPr lang="en-US" sz="2000" b="1" u="sng" dirty="0">
                <a:latin typeface="Arial" panose="020B0604020202020204" pitchFamily="34" charset="0"/>
                <a:cs typeface="Arial" panose="020B0604020202020204" pitchFamily="34" charset="0"/>
              </a:rPr>
              <a:t>Required Tasks</a:t>
            </a:r>
            <a:r>
              <a:rPr lang="en-US" sz="200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Mission Analysis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Identification of gaps between target and end state</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Learning Analysis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Identify learning objectives and outcomes</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560478"/>
      </p:ext>
    </p:extLst>
  </p:cSld>
  <p:clrMapOvr>
    <a:masterClrMapping/>
  </p:clrMapOvr>
</p:sld>
</file>

<file path=ppt/theme/theme1.xml><?xml version="1.0" encoding="utf-8"?>
<a:theme xmlns:a="http://schemas.openxmlformats.org/drawingml/2006/main" name="TECOM Briefing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solidFill>
            <a:schemeClr val="tx1"/>
          </a:solidFill>
        </a:ln>
      </a:spPr>
      <a:bodyPr rtlCol="0" anchor="ct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027EDB521B914EB2DF1BB600ADDE1F" ma:contentTypeVersion="30" ma:contentTypeDescription="Create a new document." ma:contentTypeScope="" ma:versionID="e1ea272710ef158f3c9c294148406b2f">
  <xsd:schema xmlns:xsd="http://www.w3.org/2001/XMLSchema" xmlns:xs="http://www.w3.org/2001/XMLSchema" xmlns:p="http://schemas.microsoft.com/office/2006/metadata/properties" xmlns:ns1="http://schemas.microsoft.com/sharepoint/v3" xmlns:ns2="fe2ed2ef-910a-460b-b502-d5a26d9831dd" xmlns:ns3="78d4f04e-0a9f-4735-8612-5e7eaf9d7c7d" xmlns:ns4="fd4004ab-d5ac-480e-ae6b-00fee04ca413" targetNamespace="http://schemas.microsoft.com/office/2006/metadata/properties" ma:root="true" ma:fieldsID="66900af4cfbb03171e3a97865120679d" ns1:_="" ns2:_="" ns3:_="" ns4:_="">
    <xsd:import namespace="http://schemas.microsoft.com/sharepoint/v3"/>
    <xsd:import namespace="fe2ed2ef-910a-460b-b502-d5a26d9831dd"/>
    <xsd:import namespace="78d4f04e-0a9f-4735-8612-5e7eaf9d7c7d"/>
    <xsd:import namespace="fd4004ab-d5ac-480e-ae6b-00fee04ca413"/>
    <xsd:element name="properties">
      <xsd:complexType>
        <xsd:sequence>
          <xsd:element name="documentManagement">
            <xsd:complexType>
              <xsd:all>
                <xsd:element ref="ns2:CUI"/>
                <xsd:element ref="ns1:PublishingStartDate" minOccurs="0"/>
                <xsd:element ref="ns1:PublishingExpirationDate" minOccurs="0"/>
                <xsd:element ref="ns1:AverageRating" minOccurs="0"/>
                <xsd:element ref="ns1:RatingCount" minOccurs="0"/>
                <xsd:element ref="ns1:RatedBy" minOccurs="0"/>
                <xsd:element ref="ns1:Ratings" minOccurs="0"/>
                <xsd:element ref="ns1:LikesCount" minOccurs="0"/>
                <xsd:element ref="ns1:LikedBy" minOccurs="0"/>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lcf76f155ced4ddcb4097134ff3c332f" minOccurs="0"/>
                <xsd:element ref="ns4:TaxCatchAll" minOccurs="0"/>
                <xsd:element ref="ns4:SharedWithUsers" minOccurs="0"/>
                <xsd:element ref="ns4:SharedWithDetail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9"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10"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element name="AverageRating" ma:index="11" nillable="true" ma:displayName="Rating (0-5)" ma:decimals="2" ma:description="Average value of all the ratings that have been submitted" ma:internalName="AverageRating" ma:readOnly="true">
      <xsd:simpleType>
        <xsd:restriction base="dms:Number"/>
      </xsd:simpleType>
    </xsd:element>
    <xsd:element name="RatingCount" ma:index="12" nillable="true" ma:displayName="Number of Ratings" ma:decimals="0" ma:description="Number of ratings submitted" ma:internalName="RatingCount" ma:readOnly="true">
      <xsd:simpleType>
        <xsd:restriction base="dms:Number"/>
      </xsd:simpleType>
    </xsd:element>
    <xsd:element name="RatedBy" ma:index="13"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4" nillable="true" ma:displayName="User ratings" ma:description="User ratings for the item" ma:hidden="true" ma:internalName="Ratings">
      <xsd:simpleType>
        <xsd:restriction base="dms:Note"/>
      </xsd:simpleType>
    </xsd:element>
    <xsd:element name="LikesCount" ma:index="15" nillable="true" ma:displayName="Number of Likes" ma:internalName="LikesCount">
      <xsd:simpleType>
        <xsd:restriction base="dms:Unknown"/>
      </xsd:simpleType>
    </xsd:element>
    <xsd:element name="LikedBy" ma:index="16"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e2ed2ef-910a-460b-b502-d5a26d9831dd" elementFormDefault="qualified">
    <xsd:import namespace="http://schemas.microsoft.com/office/2006/documentManagement/types"/>
    <xsd:import namespace="http://schemas.microsoft.com/office/infopath/2007/PartnerControls"/>
    <xsd:element name="CUI" ma:index="8" ma:displayName="CUI" ma:default="No" ma:description="Controlled Unclassified Information" ma:format="RadioButtons" ma:internalName="CUI" ma:readOnly="false">
      <xsd:simpleType>
        <xsd:restriction base="dms:Choice">
          <xsd:enumeration value="Yes"/>
          <xsd:enumeration value="No"/>
        </xsd:restriction>
      </xsd:simpleType>
    </xsd:element>
  </xsd:schema>
  <xsd:schema xmlns:xsd="http://www.w3.org/2001/XMLSchema" xmlns:xs="http://www.w3.org/2001/XMLSchema" xmlns:dms="http://schemas.microsoft.com/office/2006/documentManagement/types" xmlns:pc="http://schemas.microsoft.com/office/infopath/2007/PartnerControls" targetNamespace="78d4f04e-0a9f-4735-8612-5e7eaf9d7c7d" elementFormDefault="qualified">
    <xsd:import namespace="http://schemas.microsoft.com/office/2006/documentManagement/types"/>
    <xsd:import namespace="http://schemas.microsoft.com/office/infopath/2007/PartnerControls"/>
    <xsd:element name="MediaServiceMetadata" ma:index="17" nillable="true" ma:displayName="MediaServiceMetadata" ma:hidden="true" ma:internalName="MediaServiceMetadata" ma:readOnly="true">
      <xsd:simpleType>
        <xsd:restriction base="dms:Note"/>
      </xsd:simpleType>
    </xsd:element>
    <xsd:element name="MediaServiceFastMetadata" ma:index="18" nillable="true" ma:displayName="MediaServiceFastMetadata" ma:hidden="true" ma:internalName="MediaServiceFastMetadata" ma:readOnly="true">
      <xsd:simpleType>
        <xsd:restriction base="dms:Note"/>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Tags" ma:index="21" nillable="true" ma:displayName="Tags" ma:internalName="MediaServiceAutoTags"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1c7be36e-9551-4638-a550-39ad874449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0" nillable="true" ma:displayName="MediaServiceObjectDetectorVersions" ma:hidden="true" ma:indexed="true" ma:internalName="MediaServiceObjectDetectorVersions" ma:readOnly="true">
      <xsd:simpleType>
        <xsd:restriction base="dms:Text"/>
      </xsd:simpleType>
    </xsd:element>
    <xsd:element name="MediaServiceSearchProperties" ma:index="3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4004ab-d5ac-480e-ae6b-00fee04ca413"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bf4922a2-2367-4f6f-9ef9-2746a66834b7}" ma:internalName="TaxCatchAll" ma:showField="CatchAllData" ma:web="fd4004ab-d5ac-480e-ae6b-00fee04ca413">
      <xsd:complexType>
        <xsd:complexContent>
          <xsd:extension base="dms:MultiChoiceLookup">
            <xsd:sequence>
              <xsd:element name="Value" type="dms:Lookup" maxOccurs="unbounded" minOccurs="0" nillable="true"/>
            </xsd:sequence>
          </xsd:extension>
        </xsd:complexContent>
      </xsd:complexType>
    </xsd:element>
    <xsd:element name="SharedWithUsers" ma:index="2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ikesCount xmlns="http://schemas.microsoft.com/sharepoint/v3" xsi:nil="true"/>
    <CUI xmlns="fe2ed2ef-910a-460b-b502-d5a26d9831dd">No</CUI>
    <Ratings xmlns="http://schemas.microsoft.com/sharepoint/v3" xsi:nil="true"/>
    <lcf76f155ced4ddcb4097134ff3c332f xmlns="78d4f04e-0a9f-4735-8612-5e7eaf9d7c7d">
      <Terms xmlns="http://schemas.microsoft.com/office/infopath/2007/PartnerControls"/>
    </lcf76f155ced4ddcb4097134ff3c332f>
    <LikedBy xmlns="http://schemas.microsoft.com/sharepoint/v3">
      <UserInfo>
        <DisplayName/>
        <AccountId xsi:nil="true"/>
        <AccountType/>
      </UserInfo>
    </LikedBy>
    <PublishingExpirationDate xmlns="http://schemas.microsoft.com/sharepoint/v3" xsi:nil="true"/>
    <PublishingStartDate xmlns="http://schemas.microsoft.com/sharepoint/v3" xsi:nil="true"/>
    <TaxCatchAll xmlns="fd4004ab-d5ac-480e-ae6b-00fee04ca413" xsi:nil="true"/>
    <RatedBy xmlns="http://schemas.microsoft.com/sharepoint/v3">
      <UserInfo>
        <DisplayName/>
        <AccountId xsi:nil="true"/>
        <AccountType/>
      </UserInfo>
    </RatedBy>
  </documentManagement>
</p:properties>
</file>

<file path=customXml/itemProps1.xml><?xml version="1.0" encoding="utf-8"?>
<ds:datastoreItem xmlns:ds="http://schemas.openxmlformats.org/officeDocument/2006/customXml" ds:itemID="{A162E53D-845D-4A9E-8DE7-C3A5F3496ACF}">
  <ds:schemaRefs>
    <ds:schemaRef ds:uri="78d4f04e-0a9f-4735-8612-5e7eaf9d7c7d"/>
    <ds:schemaRef ds:uri="fd4004ab-d5ac-480e-ae6b-00fee04ca413"/>
    <ds:schemaRef ds:uri="fe2ed2ef-910a-460b-b502-d5a26d9831d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1312F92-DE0E-47D7-909D-3BDB3ECBC607}">
  <ds:schemaRefs>
    <ds:schemaRef ds:uri="http://schemas.microsoft.com/sharepoint/v3/contenttype/forms"/>
  </ds:schemaRefs>
</ds:datastoreItem>
</file>

<file path=customXml/itemProps3.xml><?xml version="1.0" encoding="utf-8"?>
<ds:datastoreItem xmlns:ds="http://schemas.openxmlformats.org/officeDocument/2006/customXml" ds:itemID="{EE44D0BC-D6F3-458C-B7B0-3AA4FCAB1532}">
  <ds:schemaRefs>
    <ds:schemaRef ds:uri="http://purl.org/dc/terms/"/>
    <ds:schemaRef ds:uri="http://schemas.microsoft.com/office/2006/metadata/properties"/>
    <ds:schemaRef ds:uri="78d4f04e-0a9f-4735-8612-5e7eaf9d7c7d"/>
    <ds:schemaRef ds:uri="http://www.w3.org/XML/1998/namespace"/>
    <ds:schemaRef ds:uri="http://schemas.microsoft.com/sharepoint/v3"/>
    <ds:schemaRef ds:uri="http://schemas.microsoft.com/office/infopath/2007/PartnerControls"/>
    <ds:schemaRef ds:uri="http://purl.org/dc/elements/1.1/"/>
    <ds:schemaRef ds:uri="http://schemas.microsoft.com/office/2006/documentManagement/types"/>
    <ds:schemaRef ds:uri="http://purl.org/dc/dcmitype/"/>
    <ds:schemaRef ds:uri="http://schemas.openxmlformats.org/package/2006/metadata/core-properties"/>
    <ds:schemaRef ds:uri="fd4004ab-d5ac-480e-ae6b-00fee04ca413"/>
    <ds:schemaRef ds:uri="fe2ed2ef-910a-460b-b502-d5a26d9831dd"/>
  </ds:schemaRefs>
</ds:datastoreItem>
</file>

<file path=docMetadata/LabelInfo.xml><?xml version="1.0" encoding="utf-8"?>
<clbl:labelList xmlns:clbl="http://schemas.microsoft.com/office/2020/mipLabelMetadata">
  <clbl:label id="{89f80511-b267-4892-be9d-6cc8d3fffe7e}" enabled="1" method="Standard" siteId="{f4c44cda-18c6-46b0-80f2-e290072444fd}" removed="0"/>
</clbl:labelList>
</file>

<file path=docProps/app.xml><?xml version="1.0" encoding="utf-8"?>
<Properties xmlns="http://schemas.openxmlformats.org/officeDocument/2006/extended-properties" xmlns:vt="http://schemas.openxmlformats.org/officeDocument/2006/docPropsVTypes">
  <Template/>
  <TotalTime>241</TotalTime>
  <Words>385</Words>
  <Application>Microsoft Office PowerPoint</Application>
  <PresentationFormat>Widescreen</PresentationFormat>
  <Paragraphs>70</Paragraphs>
  <Slides>5</Slides>
  <Notes>1</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vt:i4>
      </vt:variant>
    </vt:vector>
  </HeadingPairs>
  <TitlesOfParts>
    <vt:vector size="14" baseType="lpstr">
      <vt:lpstr>Aptos</vt:lpstr>
      <vt:lpstr>Aptos Display</vt:lpstr>
      <vt:lpstr>Arial</vt:lpstr>
      <vt:lpstr>Calibri</vt:lpstr>
      <vt:lpstr>Courier New</vt:lpstr>
      <vt:lpstr>Times New Roman</vt:lpstr>
      <vt:lpstr>Wingdings</vt:lpstr>
      <vt:lpstr>TECOM Briefing Slides</vt:lpstr>
      <vt:lpstr>Custom Design</vt:lpstr>
      <vt:lpstr>Task Force Fusion – Strategic Academics Guru Executive Agent: Accelerating Schoolhouse &amp; Curriculum Development</vt:lpstr>
      <vt:lpstr>Conceptual Design Process</vt:lpstr>
      <vt:lpstr>Methodology, Findings, Future Recommendations</vt:lpstr>
      <vt:lpstr>BACKUP</vt:lpstr>
      <vt:lpstr>Same Problem, Different Required Outputs and Tasks</vt:lpstr>
    </vt:vector>
  </TitlesOfParts>
  <Company>U.S. Department of Defense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IMKM WG 20211202</dc:title>
  <dc:creator>morgan.mcgary@usmc.mil</dc:creator>
  <cp:lastModifiedBy>Guthrie, Pierce C Maj USMC MANDR AFFAIRS (USA)</cp:lastModifiedBy>
  <cp:revision>2</cp:revision>
  <cp:lastPrinted>2021-02-11T18:53:19Z</cp:lastPrinted>
  <dcterms:created xsi:type="dcterms:W3CDTF">2019-08-12T14:52:14Z</dcterms:created>
  <dcterms:modified xsi:type="dcterms:W3CDTF">2026-09-17T15:21:32Z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0x010100FF027EDB521B914EB2DF1BB600ADDE1F</vt:lpwstr>
  </property>
  <property fmtid="{D5CDD505-2E9C-101B-9397-08002B2CF9AE}" pid="3" name="MediaServiceImageTags">
    <vt:lpwstr/>
  </property>
</Properties>
</file>